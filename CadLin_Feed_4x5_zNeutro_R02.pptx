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4"/>
  </p:notesMasterIdLst>
  <p:sldIdLst>
    <p:sldId id="312" r:id="rId2"/>
    <p:sldId id="320" r:id="rId3"/>
    <p:sldId id="262" r:id="rId4"/>
    <p:sldId id="321" r:id="rId5"/>
    <p:sldId id="263" r:id="rId6"/>
    <p:sldId id="322" r:id="rId7"/>
    <p:sldId id="293" r:id="rId8"/>
    <p:sldId id="300" r:id="rId9"/>
    <p:sldId id="301" r:id="rId10"/>
    <p:sldId id="324" r:id="rId11"/>
    <p:sldId id="308" r:id="rId12"/>
    <p:sldId id="303" r:id="rId13"/>
  </p:sldIdLst>
  <p:sldSz cx="13716000" cy="17146588"/>
  <p:notesSz cx="6858000" cy="9144000"/>
  <p:embeddedFontLst>
    <p:embeddedFont>
      <p:font typeface="Red Hat Display" panose="02010303040201060303" pitchFamily="2" charset="0"/>
      <p:regular r:id="rId15"/>
      <p:bold r:id="rId16"/>
      <p:italic r:id="rId17"/>
      <p:boldItalic r:id="rId18"/>
    </p:embeddedFont>
    <p:embeddedFont>
      <p:font typeface="Red Hat Display ExtraBold" panose="02010303040201060303" pitchFamily="2" charset="0"/>
      <p:bold r:id="rId19"/>
      <p:italic r:id="rId20"/>
      <p:boldItalic r:id="rId21"/>
    </p:embeddedFont>
    <p:embeddedFont>
      <p:font typeface="Red Hat Display Light" panose="02010303040201060303" pitchFamily="2" charset="0"/>
      <p:regular r:id="rId22"/>
      <p:bold r:id="rId23"/>
      <p:italic r:id="rId24"/>
      <p:boldItalic r:id="rId25"/>
    </p:embeddedFont>
    <p:embeddedFont>
      <p:font typeface="Red Hat Display Medium" panose="02010303040201060303" pitchFamily="2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3" roundtripDataSignature="AMtx7mitrkdmo5eKoPIVeamUaF/IbMN8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433"/>
    <p:restoredTop sz="96654"/>
  </p:normalViewPr>
  <p:slideViewPr>
    <p:cSldViewPr snapToGrid="0" showGuides="1">
      <p:cViewPr varScale="1">
        <p:scale>
          <a:sx n="51" d="100"/>
          <a:sy n="51" d="100"/>
        </p:scale>
        <p:origin x="2472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3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56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5E069E89-AAEF-8AA5-33F8-8EBD21DE7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71E7B143-5313-FB76-7BD4-02FCA6E844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247B0C7A-27E2-6F43-52DE-65FC6B7172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631373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2170F38F-3D51-29A4-94E7-BBE8C9ED1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BBD8EDAB-524A-D864-2580-D3EEE587B3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EDAFAEA9-5946-E1C6-312B-0B0609C68F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039600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A1E4FDE8-69F9-0B67-D70C-A31830B66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5ECD7538-8895-D43B-7A1C-3AD592F986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F9D991BA-FDA3-4BEB-9952-DA6D7B596E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819190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9D504B89-6791-24F9-3127-260798D62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A20B7DE2-23AD-B60E-073B-CE30D7222B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6CEAA9B6-7634-41AB-5EAF-5C8D2DAAAE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24045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5F4EFEC9-ED6B-84D1-9822-174EB127B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05E5C98E-CCAD-32CA-22AF-BBE0A92B0E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FCD4E263-D157-D102-4F16-C7E9427815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186588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82D1A46F-799B-E301-3462-620662F96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826C46A5-24D5-791C-035D-DD1D0725DC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312ABB7D-995E-C8EE-8739-595775B316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356278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D04C5DD5-E9D4-ABED-720A-6D54B45AD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696B278E-9161-5570-1C9A-802FFF727A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0AD46B44-CFCB-B8DA-6E1E-0458630CC9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800937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E61D2157-E664-CD2A-7D8A-DA99AE5BF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C2CD552D-5382-91AE-02A1-F287DD1A04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D62262BB-7F12-CA40-D47F-A1BDE3D4F7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244487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76C04DCA-AD65-D7A8-976C-8778F24BE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7A618600-E62F-B302-68F0-1EEA6743B2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895010B2-0E04-CD54-6467-8633A08884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778242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F563C48B-BED2-BD20-BF2A-5B7FFD140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69174DF6-25F7-92A8-CDF4-8969A5D8FF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659C59D3-7433-1922-A935-FF11C7120F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380713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83FC9CBE-43B4-2F15-BE56-411A3B961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64A50EC0-EF02-78B4-C606-BC189C9519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4D15F35E-10A4-B1C2-4054-945097F585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509116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preserve="1">
  <p:cSld name="Azul">
    <p:bg>
      <p:bgPr>
        <a:solidFill>
          <a:schemeClr val="bg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69143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preserve="1" userDrawn="1">
  <p:cSld name="Minibio">
    <p:bg>
      <p:bgPr>
        <a:solidFill>
          <a:schemeClr val="bg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Imagem 5">
            <a:extLst>
              <a:ext uri="{FF2B5EF4-FFF2-40B4-BE49-F238E27FC236}">
                <a16:creationId xmlns:a16="http://schemas.microsoft.com/office/drawing/2014/main" id="{4B1852DD-2EA4-AA60-5BF2-E4389BB1445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90109" y="3053324"/>
            <a:ext cx="2017588" cy="2015999"/>
          </a:xfrm>
          <a:prstGeom prst="ellipse">
            <a:avLst/>
          </a:prstGeom>
          <a:solidFill>
            <a:schemeClr val="accent4"/>
          </a:solidFill>
        </p:spPr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68625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preserve="1" userDrawn="1">
  <p:cSld name="Imagem_P">
    <p:bg>
      <p:bgPr>
        <a:solidFill>
          <a:schemeClr val="bg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4">
            <a:extLst>
              <a:ext uri="{FF2B5EF4-FFF2-40B4-BE49-F238E27FC236}">
                <a16:creationId xmlns:a16="http://schemas.microsoft.com/office/drawing/2014/main" id="{405B482B-80A8-46A6-9FC6-5E9EBE1E6A4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26000" y="3657600"/>
            <a:ext cx="5219700" cy="3959225"/>
          </a:xfrm>
          <a:prstGeom prst="rect">
            <a:avLst/>
          </a:prstGeom>
          <a:solidFill>
            <a:schemeClr val="accent4"/>
          </a:solidFill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84686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preserve="1" userDrawn="1">
  <p:cSld name="1_Slide de Título">
    <p:bg>
      <p:bgPr>
        <a:solidFill>
          <a:schemeClr val="bg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FCD0B12C-E1C7-4804-B6FE-E88E3B77C8B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-1"/>
            <a:ext cx="13716000" cy="148383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48774D5-0052-D733-4365-F0F938FF92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26000" y="1012825"/>
            <a:ext cx="11664000" cy="11447588"/>
          </a:xfrm>
          <a:prstGeom prst="roundRect">
            <a:avLst>
              <a:gd name="adj" fmla="val 1637"/>
            </a:avLst>
          </a:prstGeom>
          <a:solidFill>
            <a:schemeClr val="accent4"/>
          </a:solidFill>
        </p:spPr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3027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7;p4">
            <a:extLst>
              <a:ext uri="{FF2B5EF4-FFF2-40B4-BE49-F238E27FC236}">
                <a16:creationId xmlns:a16="http://schemas.microsoft.com/office/drawing/2014/main" id="{96C146FA-258E-053D-D5D8-985CD6CE74FC}"/>
              </a:ext>
            </a:extLst>
          </p:cNvPr>
          <p:cNvPicPr preferRelativeResize="0"/>
          <p:nvPr userDrawn="1"/>
        </p:nvPicPr>
        <p:blipFill rotWithShape="1">
          <a:blip r:embed="rId6">
            <a:alphaModFix/>
          </a:blip>
          <a:srcRect/>
          <a:stretch/>
        </p:blipFill>
        <p:spPr>
          <a:xfrm>
            <a:off x="1026000" y="15341617"/>
            <a:ext cx="936625" cy="9366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" name="Google Shape;8;p4">
            <a:extLst>
              <a:ext uri="{FF2B5EF4-FFF2-40B4-BE49-F238E27FC236}">
                <a16:creationId xmlns:a16="http://schemas.microsoft.com/office/drawing/2014/main" id="{B73710FE-20F1-A601-2B13-317F7DC9F1E3}"/>
              </a:ext>
            </a:extLst>
          </p:cNvPr>
          <p:cNvCxnSpPr>
            <a:cxnSpLocks/>
          </p:cNvCxnSpPr>
          <p:nvPr userDrawn="1"/>
        </p:nvCxnSpPr>
        <p:spPr>
          <a:xfrm>
            <a:off x="1026000" y="1026000"/>
            <a:ext cx="11664475" cy="0"/>
          </a:xfrm>
          <a:prstGeom prst="straightConnector1">
            <a:avLst/>
          </a:prstGeom>
          <a:noFill/>
          <a:ln w="317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5" r:id="rId2"/>
    <p:sldLayoutId id="2147483656" r:id="rId3"/>
    <p:sldLayoutId id="2147483659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638" userDrawn="1">
          <p15:clr>
            <a:srgbClr val="F26B43"/>
          </p15:clr>
        </p15:guide>
        <p15:guide id="3" pos="7994" userDrawn="1">
          <p15:clr>
            <a:srgbClr val="F26B43"/>
          </p15:clr>
        </p15:guide>
        <p15:guide id="4" orient="horz" pos="10254" userDrawn="1">
          <p15:clr>
            <a:srgbClr val="F26B43"/>
          </p15:clr>
        </p15:guide>
        <p15:guide id="5" orient="horz" pos="842" userDrawn="1">
          <p15:clr>
            <a:srgbClr val="F26B43"/>
          </p15:clr>
        </p15:guide>
        <p15:guide id="6" orient="horz" pos="9664" userDrawn="1">
          <p15:clr>
            <a:srgbClr val="F26B43"/>
          </p15:clr>
        </p15:guide>
        <p15:guide id="7" orient="horz" pos="2304" userDrawn="1">
          <p15:clr>
            <a:srgbClr val="F26B43"/>
          </p15:clr>
        </p15:guide>
        <p15:guide id="11" orient="horz" pos="2792" userDrawn="1">
          <p15:clr>
            <a:srgbClr val="F26B43"/>
          </p15:clr>
        </p15:guide>
        <p15:guide id="12" orient="horz" pos="9256" userDrawn="1">
          <p15:clr>
            <a:srgbClr val="F26B43"/>
          </p15:clr>
        </p15:guide>
        <p15:guide id="13" orient="horz" pos="8621" userDrawn="1">
          <p15:clr>
            <a:srgbClr val="F26B43"/>
          </p15:clr>
        </p15:guide>
        <p15:guide id="16" pos="64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09789CF7-25B1-77DE-C33A-4020B14B6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24;g337081b69cc_0_7">
            <a:extLst>
              <a:ext uri="{FF2B5EF4-FFF2-40B4-BE49-F238E27FC236}">
                <a16:creationId xmlns:a16="http://schemas.microsoft.com/office/drawing/2014/main" id="{EDACC6AA-B4DE-DC74-827D-703491CFB674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" name="Google Shape;23;g337081b69cc_0_7">
            <a:extLst>
              <a:ext uri="{FF2B5EF4-FFF2-40B4-BE49-F238E27FC236}">
                <a16:creationId xmlns:a16="http://schemas.microsoft.com/office/drawing/2014/main" id="{5F9560A5-B149-B3CA-B53B-A77C0014ADC0}"/>
              </a:ext>
            </a:extLst>
          </p:cNvPr>
          <p:cNvSpPr txBox="1"/>
          <p:nvPr/>
        </p:nvSpPr>
        <p:spPr>
          <a:xfrm>
            <a:off x="1026000" y="3400753"/>
            <a:ext cx="12059078" cy="4431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600" cap="all" spc="400" dirty="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Título médio com ou sem </a:t>
            </a:r>
            <a:r>
              <a:rPr lang="pt-BR" sz="9600" i="1" cap="all" spc="400" dirty="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Ênfase</a:t>
            </a:r>
            <a:endParaRPr lang="pt-BR" sz="2400" cap="all" spc="40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577694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2527B595-66DA-1FB8-5EE7-07D50ABFB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24;g337081b69cc_0_7">
            <a:extLst>
              <a:ext uri="{FF2B5EF4-FFF2-40B4-BE49-F238E27FC236}">
                <a16:creationId xmlns:a16="http://schemas.microsoft.com/office/drawing/2014/main" id="{428639FD-223E-B05C-EC16-4892F4927E30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" name="Google Shape;24;g337081b69cc_0_7">
            <a:extLst>
              <a:ext uri="{FF2B5EF4-FFF2-40B4-BE49-F238E27FC236}">
                <a16:creationId xmlns:a16="http://schemas.microsoft.com/office/drawing/2014/main" id="{E2F1E9ED-F3FF-BE0F-B32F-66C2C92BAF69}"/>
              </a:ext>
            </a:extLst>
          </p:cNvPr>
          <p:cNvSpPr txBox="1"/>
          <p:nvPr/>
        </p:nvSpPr>
        <p:spPr>
          <a:xfrm>
            <a:off x="8482995" y="15365276"/>
            <a:ext cx="4207005" cy="912966"/>
          </a:xfrm>
          <a:prstGeom prst="roundRect">
            <a:avLst/>
          </a:prstGeom>
          <a:solidFill>
            <a:schemeClr val="bg1"/>
          </a:solidFill>
          <a:ln w="31750">
            <a:solidFill>
              <a:schemeClr val="tx1"/>
            </a:solidFill>
          </a:ln>
        </p:spPr>
        <p:txBody>
          <a:bodyPr spcFirstLastPara="1" wrap="none" lIns="432000" tIns="180000" rIns="432000" bIns="180000" anchor="ctr" anchorCtr="0">
            <a:spAutoFit/>
          </a:bodyPr>
          <a:lstStyle/>
          <a:p>
            <a:pPr algn="r"/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cta opcional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" name="Google Shape;23;g337081b69cc_0_7">
            <a:extLst>
              <a:ext uri="{FF2B5EF4-FFF2-40B4-BE49-F238E27FC236}">
                <a16:creationId xmlns:a16="http://schemas.microsoft.com/office/drawing/2014/main" id="{D74AEAE2-20DE-7895-A057-4FB77B1870C6}"/>
              </a:ext>
            </a:extLst>
          </p:cNvPr>
          <p:cNvSpPr txBox="1"/>
          <p:nvPr/>
        </p:nvSpPr>
        <p:spPr>
          <a:xfrm>
            <a:off x="1026000" y="3400753"/>
            <a:ext cx="12059078" cy="4431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600" cap="all" spc="400" dirty="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Título médio com ou sem </a:t>
            </a:r>
            <a:r>
              <a:rPr lang="pt-BR" sz="9600" i="1" cap="all" spc="400" dirty="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Ênfase</a:t>
            </a:r>
            <a:endParaRPr lang="pt-BR" sz="2400" cap="all" spc="40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488453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7F67E50C-2834-6DDC-19B1-F11DBF706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3;g337081b69cc_0_7">
            <a:extLst>
              <a:ext uri="{FF2B5EF4-FFF2-40B4-BE49-F238E27FC236}">
                <a16:creationId xmlns:a16="http://schemas.microsoft.com/office/drawing/2014/main" id="{3A8CD0CB-C098-A30F-2F72-BF7D4D3F9249}"/>
              </a:ext>
            </a:extLst>
          </p:cNvPr>
          <p:cNvSpPr txBox="1"/>
          <p:nvPr/>
        </p:nvSpPr>
        <p:spPr>
          <a:xfrm>
            <a:off x="1025525" y="3429899"/>
            <a:ext cx="11664000" cy="5109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ts val="19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800" cap="all" spc="400" dirty="0">
                <a:solidFill>
                  <a:schemeClr val="dk1"/>
                </a:solidFill>
                <a:latin typeface="Red Hat Display Light" panose="02010303040201060303" pitchFamily="2" charset="0"/>
                <a:ea typeface="Red Hat Display"/>
                <a:cs typeface="Red Hat Display"/>
                <a:sym typeface="Red Hat Display"/>
              </a:rPr>
              <a:t>título curto</a:t>
            </a:r>
          </a:p>
        </p:txBody>
      </p:sp>
      <p:sp>
        <p:nvSpPr>
          <p:cNvPr id="6" name="Google Shape;24;g337081b69cc_0_7">
            <a:extLst>
              <a:ext uri="{FF2B5EF4-FFF2-40B4-BE49-F238E27FC236}">
                <a16:creationId xmlns:a16="http://schemas.microsoft.com/office/drawing/2014/main" id="{25F7D6AE-90D5-18C2-4E57-E0E19C0DC65A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2334679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8FB64FB3-D034-2A51-DECD-CCBA334DB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3;g337081b69cc_0_7">
            <a:extLst>
              <a:ext uri="{FF2B5EF4-FFF2-40B4-BE49-F238E27FC236}">
                <a16:creationId xmlns:a16="http://schemas.microsoft.com/office/drawing/2014/main" id="{180174C0-EDFD-6D3B-A4AA-A941DDE4DD2F}"/>
              </a:ext>
            </a:extLst>
          </p:cNvPr>
          <p:cNvSpPr txBox="1"/>
          <p:nvPr/>
        </p:nvSpPr>
        <p:spPr>
          <a:xfrm>
            <a:off x="1025525" y="3429899"/>
            <a:ext cx="11664000" cy="5109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ts val="19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800" cap="all" spc="400" dirty="0">
                <a:solidFill>
                  <a:schemeClr val="dk1"/>
                </a:solidFill>
                <a:latin typeface="Red Hat Display Light" panose="02010303040201060303" pitchFamily="2" charset="0"/>
                <a:ea typeface="Red Hat Display"/>
                <a:cs typeface="Red Hat Display"/>
                <a:sym typeface="Red Hat Display"/>
              </a:rPr>
              <a:t>título curto</a:t>
            </a:r>
          </a:p>
        </p:txBody>
      </p:sp>
      <p:sp>
        <p:nvSpPr>
          <p:cNvPr id="6" name="Google Shape;24;g337081b69cc_0_7">
            <a:extLst>
              <a:ext uri="{FF2B5EF4-FFF2-40B4-BE49-F238E27FC236}">
                <a16:creationId xmlns:a16="http://schemas.microsoft.com/office/drawing/2014/main" id="{54616A49-D23F-FE89-EF8C-FC2D1276D0EC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8" name="Google Shape;24;g337081b69cc_0_7">
            <a:extLst>
              <a:ext uri="{FF2B5EF4-FFF2-40B4-BE49-F238E27FC236}">
                <a16:creationId xmlns:a16="http://schemas.microsoft.com/office/drawing/2014/main" id="{6CAF280E-D1F3-7A00-0203-7CFD5CCC6368}"/>
              </a:ext>
            </a:extLst>
          </p:cNvPr>
          <p:cNvSpPr txBox="1"/>
          <p:nvPr/>
        </p:nvSpPr>
        <p:spPr>
          <a:xfrm>
            <a:off x="8482995" y="15365276"/>
            <a:ext cx="4207005" cy="912966"/>
          </a:xfrm>
          <a:prstGeom prst="roundRect">
            <a:avLst/>
          </a:prstGeom>
          <a:solidFill>
            <a:schemeClr val="bg1"/>
          </a:solidFill>
          <a:ln w="31750">
            <a:solidFill>
              <a:schemeClr val="tx1"/>
            </a:solidFill>
          </a:ln>
        </p:spPr>
        <p:txBody>
          <a:bodyPr spcFirstLastPara="1" wrap="none" lIns="432000" tIns="180000" rIns="432000" bIns="180000" anchor="ctr" anchorCtr="0">
            <a:spAutoFit/>
          </a:bodyPr>
          <a:lstStyle/>
          <a:p>
            <a:pPr algn="r"/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cta opcional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125748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3549118B-97C9-CCC8-FDF4-D6999204C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3;g337081b69cc_0_7">
            <a:extLst>
              <a:ext uri="{FF2B5EF4-FFF2-40B4-BE49-F238E27FC236}">
                <a16:creationId xmlns:a16="http://schemas.microsoft.com/office/drawing/2014/main" id="{3ED3DA9F-3093-730F-5607-E16B1D12E0A0}"/>
              </a:ext>
            </a:extLst>
          </p:cNvPr>
          <p:cNvSpPr txBox="1"/>
          <p:nvPr/>
        </p:nvSpPr>
        <p:spPr>
          <a:xfrm>
            <a:off x="1026000" y="3490823"/>
            <a:ext cx="11664000" cy="3939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400" cap="all" spc="400" dirty="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Título longo Lorem ipsum dolor sit amet, conseCtetur adipiscin elit semper</a:t>
            </a:r>
          </a:p>
        </p:txBody>
      </p:sp>
      <p:sp>
        <p:nvSpPr>
          <p:cNvPr id="5" name="Google Shape;24;g337081b69cc_0_7">
            <a:extLst>
              <a:ext uri="{FF2B5EF4-FFF2-40B4-BE49-F238E27FC236}">
                <a16:creationId xmlns:a16="http://schemas.microsoft.com/office/drawing/2014/main" id="{0B508716-796C-EE87-EA20-B20C1532B822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2822701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A790AA9A-90BC-84E0-3554-EE44DBEBF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3;g337081b69cc_0_7">
            <a:extLst>
              <a:ext uri="{FF2B5EF4-FFF2-40B4-BE49-F238E27FC236}">
                <a16:creationId xmlns:a16="http://schemas.microsoft.com/office/drawing/2014/main" id="{9BF509AA-B22F-22B2-1C23-196FF1141990}"/>
              </a:ext>
            </a:extLst>
          </p:cNvPr>
          <p:cNvSpPr txBox="1"/>
          <p:nvPr/>
        </p:nvSpPr>
        <p:spPr>
          <a:xfrm>
            <a:off x="1026000" y="3490823"/>
            <a:ext cx="11664000" cy="3939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400" cap="all" spc="400" dirty="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Título longo Lorem ipsum dolor sit amet, conseCtetur adipiscin elit semper</a:t>
            </a:r>
          </a:p>
        </p:txBody>
      </p:sp>
      <p:sp>
        <p:nvSpPr>
          <p:cNvPr id="5" name="Google Shape;24;g337081b69cc_0_7">
            <a:extLst>
              <a:ext uri="{FF2B5EF4-FFF2-40B4-BE49-F238E27FC236}">
                <a16:creationId xmlns:a16="http://schemas.microsoft.com/office/drawing/2014/main" id="{19641F93-67D9-812C-018B-88E1EBFD87DE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" name="Google Shape;24;g337081b69cc_0_7">
            <a:extLst>
              <a:ext uri="{FF2B5EF4-FFF2-40B4-BE49-F238E27FC236}">
                <a16:creationId xmlns:a16="http://schemas.microsoft.com/office/drawing/2014/main" id="{A7793FD4-9DDE-88E3-F3DE-174CAD5E1F6E}"/>
              </a:ext>
            </a:extLst>
          </p:cNvPr>
          <p:cNvSpPr txBox="1"/>
          <p:nvPr/>
        </p:nvSpPr>
        <p:spPr>
          <a:xfrm>
            <a:off x="8482995" y="15365276"/>
            <a:ext cx="4207005" cy="912966"/>
          </a:xfrm>
          <a:prstGeom prst="roundRect">
            <a:avLst/>
          </a:prstGeom>
          <a:solidFill>
            <a:schemeClr val="bg1"/>
          </a:solidFill>
          <a:ln w="31750">
            <a:solidFill>
              <a:schemeClr val="tx1"/>
            </a:solidFill>
          </a:ln>
        </p:spPr>
        <p:txBody>
          <a:bodyPr spcFirstLastPara="1" wrap="none" lIns="432000" tIns="180000" rIns="432000" bIns="180000" anchor="ctr" anchorCtr="0">
            <a:spAutoFit/>
          </a:bodyPr>
          <a:lstStyle/>
          <a:p>
            <a:pPr algn="r"/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cta opcional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19808674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5BAB30D0-CA24-B961-F755-3C9737D43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EE334D2-9E98-CFDB-1908-06E8F0904C5C}"/>
              </a:ext>
            </a:extLst>
          </p:cNvPr>
          <p:cNvSpPr txBox="1"/>
          <p:nvPr/>
        </p:nvSpPr>
        <p:spPr>
          <a:xfrm>
            <a:off x="1026000" y="3471434"/>
            <a:ext cx="11664000" cy="5731569"/>
          </a:xfrm>
          <a:prstGeom prst="rect">
            <a:avLst/>
          </a:prstGeom>
          <a:noFill/>
        </p:spPr>
        <p:txBody>
          <a:bodyPr wrap="square" lIns="0" tIns="0" rIns="612000" bIns="0" rtlCol="0">
            <a:spAutoFit/>
          </a:bodyPr>
          <a:lstStyle/>
          <a:p>
            <a:pPr>
              <a:lnSpc>
                <a:spcPts val="7200"/>
              </a:lnSpc>
            </a:pPr>
            <a:r>
              <a:rPr lang="pt-BR" sz="54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“Citação curta</a:t>
            </a:r>
            <a:r>
              <a:rPr lang="pt-BR" sz="5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 ipsum dolor sit amet, consectetur </a:t>
            </a:r>
            <a:r>
              <a:rPr lang="pt-BR" sz="5400" b="0" i="0" spc="100" dirty="0" err="1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adipiscing</a:t>
            </a:r>
            <a:r>
              <a:rPr lang="pt-BR" sz="5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. Maecenas elit et ipsum finibus, eget fermentum sapien rutrum”.</a:t>
            </a:r>
          </a:p>
          <a:p>
            <a:pPr>
              <a:lnSpc>
                <a:spcPts val="4500"/>
              </a:lnSpc>
              <a:spcBef>
                <a:spcPts val="4500"/>
              </a:spcBef>
            </a:pPr>
            <a:r>
              <a:rPr lang="en-US" sz="3000" cap="all" spc="200" dirty="0">
                <a:solidFill>
                  <a:schemeClr val="tx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SOBRENOME, N., SOBRENOME, N., 2025.</a:t>
            </a:r>
            <a:endParaRPr lang="pt-BR" sz="3000" cap="all" spc="200" dirty="0">
              <a:solidFill>
                <a:schemeClr val="tx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>
              <a:lnSpc>
                <a:spcPts val="7200"/>
              </a:lnSpc>
            </a:pPr>
            <a:endParaRPr lang="pt-BR" sz="5400" spc="100" dirty="0">
              <a:solidFill>
                <a:schemeClr val="tx1"/>
              </a:solidFill>
              <a:latin typeface="Red Hat Display" panose="02010303040201060303" pitchFamily="2" charset="0"/>
            </a:endParaRP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CDECDA19-D185-562B-B029-1AD49E399A3B}"/>
              </a:ext>
            </a:extLst>
          </p:cNvPr>
          <p:cNvSpPr txBox="1"/>
          <p:nvPr/>
        </p:nvSpPr>
        <p:spPr>
          <a:xfrm>
            <a:off x="2299855" y="14270182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4" name="Google Shape;24;g337081b69cc_0_7">
            <a:extLst>
              <a:ext uri="{FF2B5EF4-FFF2-40B4-BE49-F238E27FC236}">
                <a16:creationId xmlns:a16="http://schemas.microsoft.com/office/drawing/2014/main" id="{5066F051-59B8-7317-75F9-E9AA9A98A485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9463255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2">
          <a:extLst>
            <a:ext uri="{FF2B5EF4-FFF2-40B4-BE49-F238E27FC236}">
              <a16:creationId xmlns:a16="http://schemas.microsoft.com/office/drawing/2014/main" id="{70DB2E6F-0068-E20B-6C41-FD6462E6E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4;g337081b69cc_0_7">
            <a:extLst>
              <a:ext uri="{FF2B5EF4-FFF2-40B4-BE49-F238E27FC236}">
                <a16:creationId xmlns:a16="http://schemas.microsoft.com/office/drawing/2014/main" id="{BFD2FBCF-972E-3967-7326-B4517ECB78AC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" name="Google Shape;23;g337081b69cc_0_7">
            <a:extLst>
              <a:ext uri="{FF2B5EF4-FFF2-40B4-BE49-F238E27FC236}">
                <a16:creationId xmlns:a16="http://schemas.microsoft.com/office/drawing/2014/main" id="{C3D0D65D-20F8-7435-3F1E-8D2E7D699F34}"/>
              </a:ext>
            </a:extLst>
          </p:cNvPr>
          <p:cNvSpPr txBox="1"/>
          <p:nvPr/>
        </p:nvSpPr>
        <p:spPr>
          <a:xfrm>
            <a:off x="1026000" y="5099803"/>
            <a:ext cx="11664000" cy="8856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48000" rIns="43200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400" cap="all" spc="400" dirty="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Nome da pessoa </a:t>
            </a:r>
            <a:r>
              <a:rPr lang="pt-BR" sz="6400" i="1" cap="all" spc="400" dirty="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destacada </a:t>
            </a:r>
          </a:p>
          <a:p>
            <a:pPr>
              <a:lnSpc>
                <a:spcPts val="5400"/>
              </a:lnSpc>
            </a:pPr>
            <a:endParaRPr lang="pt-BR" sz="3600" spc="100" dirty="0">
              <a:solidFill>
                <a:schemeClr val="tx1"/>
              </a:solidFill>
              <a:latin typeface="Red Hat Display" panose="02010303040201060303" pitchFamily="2" charset="0"/>
            </a:endParaRPr>
          </a:p>
          <a:p>
            <a:pPr>
              <a:lnSpc>
                <a:spcPts val="5400"/>
              </a:lnSpc>
            </a:pPr>
            <a:r>
              <a:rPr lang="pt-BR" sz="3600" spc="100" dirty="0" err="1">
                <a:solidFill>
                  <a:schemeClr val="tx1"/>
                </a:solidFill>
                <a:latin typeface="Red Hat Display" panose="02010303040201060303" pitchFamily="2" charset="0"/>
              </a:rPr>
              <a:t>Minibio</a:t>
            </a: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 com retrato 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ipsum dolor sit amet, consectetur adipiscing elit. Maecenas elit et ipsum finibus, eget fermentum sapien rutrum. Maecenas metus massa, pulvinar in malesuada eu, aliquet nec elit. </a:t>
            </a: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Parecer l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orem ipsum dolor sit amet, consectetur adipiscing elit. Maecenas elit et ipsum finibus, eget fermentum sapien rutrum. Maecenas metus massa, pulvinar in malesuada eu, aliquet nec elit. </a:t>
            </a:r>
            <a:endParaRPr lang="pt-BR" sz="6400" i="1" cap="all" spc="40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B4622A60-8AF8-56C3-E870-72AF7D3DE8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9568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E9232F0A-ECC8-30E1-BC7C-16679AE10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3;g337081b69cc_0_7">
            <a:extLst>
              <a:ext uri="{FF2B5EF4-FFF2-40B4-BE49-F238E27FC236}">
                <a16:creationId xmlns:a16="http://schemas.microsoft.com/office/drawing/2014/main" id="{6B9D67E7-4D82-91FF-A5A1-1CBB7CB72287}"/>
              </a:ext>
            </a:extLst>
          </p:cNvPr>
          <p:cNvSpPr txBox="1"/>
          <p:nvPr/>
        </p:nvSpPr>
        <p:spPr>
          <a:xfrm>
            <a:off x="893086" y="3436491"/>
            <a:ext cx="11664000" cy="4924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ts val="19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800" cap="all" spc="400" dirty="0">
                <a:solidFill>
                  <a:schemeClr val="dk1"/>
                </a:solidFill>
                <a:latin typeface="Red Hat Display Light" panose="02010303040201060303" pitchFamily="2" charset="0"/>
                <a:ea typeface="Red Hat Display"/>
                <a:cs typeface="Red Hat Display"/>
                <a:sym typeface="Red Hat Display"/>
              </a:rPr>
              <a:t>Novo</a:t>
            </a:r>
          </a:p>
          <a:p>
            <a:pPr marL="0" lvl="0" indent="0" algn="l" rtl="0">
              <a:lnSpc>
                <a:spcPts val="19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800" cap="all" spc="400" dirty="0">
                <a:solidFill>
                  <a:schemeClr val="dk1"/>
                </a:solidFill>
                <a:latin typeface="Red Hat Display Light" panose="02010303040201060303" pitchFamily="2" charset="0"/>
                <a:ea typeface="Red Hat Display"/>
                <a:cs typeface="Red Hat Display"/>
                <a:sym typeface="Red Hat Display"/>
              </a:rPr>
              <a:t>número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AE8FA64-6F7F-DFF0-84FD-127603CFDE4A}"/>
              </a:ext>
            </a:extLst>
          </p:cNvPr>
          <p:cNvSpPr txBox="1"/>
          <p:nvPr/>
        </p:nvSpPr>
        <p:spPr>
          <a:xfrm>
            <a:off x="954046" y="8360916"/>
            <a:ext cx="11664000" cy="1330225"/>
          </a:xfrm>
          <a:prstGeom prst="rect">
            <a:avLst/>
          </a:prstGeom>
          <a:noFill/>
        </p:spPr>
        <p:txBody>
          <a:bodyPr wrap="square" tIns="270000" bIns="72000">
            <a:sp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6400" cap="all" spc="400" dirty="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V.0 n.0 já disponível</a:t>
            </a:r>
            <a:endParaRPr lang="pt-BR" sz="6400" cap="all" spc="400" dirty="0">
              <a:solidFill>
                <a:schemeClr val="dk1"/>
              </a:solidFill>
              <a:latin typeface="Red Hat Display Light" panose="02010303040201060303" pitchFamily="2" charset="0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" name="Google Shape;24;g337081b69cc_0_7">
            <a:extLst>
              <a:ext uri="{FF2B5EF4-FFF2-40B4-BE49-F238E27FC236}">
                <a16:creationId xmlns:a16="http://schemas.microsoft.com/office/drawing/2014/main" id="{E94E4574-C09A-7022-B123-16B22D903F97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 err="1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cadernos</a:t>
            </a:r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 de </a:t>
            </a:r>
            <a:r>
              <a:rPr lang="en-US" sz="3000" cap="all" spc="240" dirty="0" err="1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linguística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41703428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7DA84C0D-69E4-57DB-630C-DA94EF6EF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5F624005-7285-9ED8-1133-47FDD745F065}"/>
              </a:ext>
            </a:extLst>
          </p:cNvPr>
          <p:cNvGraphicFramePr>
            <a:graphicFrameLocks noGrp="1"/>
          </p:cNvGraphicFramePr>
          <p:nvPr/>
        </p:nvGraphicFramePr>
        <p:xfrm>
          <a:off x="1026475" y="3594897"/>
          <a:ext cx="11664000" cy="1100046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64000">
                  <a:extLst>
                    <a:ext uri="{9D8B030D-6E8A-4147-A177-3AD203B41FA5}">
                      <a16:colId xmlns:a16="http://schemas.microsoft.com/office/drawing/2014/main" val="14015427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4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3600" cap="all" spc="240" baseline="0" dirty="0" err="1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revisão</a:t>
                      </a:r>
                      <a:r>
                        <a:rPr lang="en-US" sz="3600" cap="all" spc="240" baseline="0" dirty="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 da </a:t>
                      </a:r>
                      <a:r>
                        <a:rPr lang="en-US" sz="3600" cap="all" spc="240" baseline="0" dirty="0" err="1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literatura</a:t>
                      </a:r>
                      <a:endParaRPr lang="en-US" sz="3600" cap="all" spc="240" baseline="0" dirty="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4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3000" cap="all" spc="240" dirty="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L="0" marR="720000" marT="0" marB="54000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05130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b="0" i="0" spc="100" dirty="0">
                          <a:solidFill>
                            <a:schemeClr val="tx1"/>
                          </a:solidFill>
                          <a:effectLst/>
                          <a:latin typeface="Red Hat Display ExtraBold" panose="02010303040201060303" pitchFamily="2" charset="0"/>
                        </a:rPr>
                        <a:t>Lorem ipsum dolor sit amet, consectetur adipiscing elit. Maecenas condimentum elit et ipsum finibus rutrum.</a:t>
                      </a:r>
                    </a:p>
                    <a:p>
                      <a:pPr>
                        <a:lnSpc>
                          <a:spcPts val="4200"/>
                        </a:lnSpc>
                      </a:pPr>
                      <a:r>
                        <a:rPr lang="en-US" sz="2400" cap="all" spc="200" dirty="0">
                          <a:solidFill>
                            <a:schemeClr val="accent4"/>
                          </a:solidFill>
                          <a:latin typeface="Red Hat Display" panose="02010303040201060303" pitchFamily="2" charset="0"/>
                          <a:ea typeface="Red Hat Display Medium"/>
                          <a:cs typeface="Red Hat Display Medium"/>
                          <a:sym typeface="Red Hat Display Medium"/>
                        </a:rPr>
                        <a:t>SOBRENOME, N., SOBRENOME, N., 2025.</a:t>
                      </a:r>
                      <a:endParaRPr lang="pt-BR" sz="2400" dirty="0"/>
                    </a:p>
                  </a:txBody>
                  <a:tcPr marL="0" marR="720000" marT="0" marB="54000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16710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b="0" i="0" spc="100" dirty="0">
                          <a:solidFill>
                            <a:schemeClr val="tx1"/>
                          </a:solidFill>
                          <a:effectLst/>
                          <a:latin typeface="Red Hat Display ExtraBold" panose="02010303040201060303" pitchFamily="2" charset="0"/>
                        </a:rPr>
                        <a:t>Lorem ipsum dolor sit amet, consectetur adipiscing elit. Maecenas condimentum elit et ipsum finibus, eget fermentum sapien rutrum. </a:t>
                      </a:r>
                    </a:p>
                    <a:p>
                      <a:pPr>
                        <a:lnSpc>
                          <a:spcPts val="4200"/>
                        </a:lnSpc>
                      </a:pPr>
                      <a:r>
                        <a:rPr lang="en-US" sz="2400" cap="all" spc="200" dirty="0">
                          <a:solidFill>
                            <a:schemeClr val="accent4"/>
                          </a:solidFill>
                          <a:latin typeface="Red Hat Display" panose="02010303040201060303" pitchFamily="2" charset="0"/>
                          <a:ea typeface="Red Hat Display Medium"/>
                          <a:cs typeface="Red Hat Display Medium"/>
                          <a:sym typeface="Red Hat Display Medium"/>
                        </a:rPr>
                        <a:t>SOBRENOME, N., SOBRENOME, N., 2025.</a:t>
                      </a:r>
                    </a:p>
                  </a:txBody>
                  <a:tcPr marL="0" marR="720000" marT="0" marB="54000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22596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b="0" i="0" spc="100" dirty="0">
                          <a:solidFill>
                            <a:schemeClr val="tx1"/>
                          </a:solidFill>
                          <a:effectLst/>
                          <a:latin typeface="Red Hat Display ExtraBold" panose="02010303040201060303" pitchFamily="2" charset="0"/>
                        </a:rPr>
                        <a:t>Lorem ipsum dolor sit amet, consectetur adipiscing elit. Maecenas condimentum elit et ipsum finibus, eget sapien. </a:t>
                      </a:r>
                    </a:p>
                    <a:p>
                      <a:pPr>
                        <a:lnSpc>
                          <a:spcPts val="4200"/>
                        </a:lnSpc>
                      </a:pPr>
                      <a:r>
                        <a:rPr lang="en-US" sz="2400" cap="all" spc="200" dirty="0">
                          <a:solidFill>
                            <a:schemeClr val="accent4"/>
                          </a:solidFill>
                          <a:latin typeface="Red Hat Display" panose="02010303040201060303" pitchFamily="2" charset="0"/>
                          <a:ea typeface="Red Hat Display Medium"/>
                          <a:cs typeface="Red Hat Display Medium"/>
                          <a:sym typeface="Red Hat Display Medium"/>
                        </a:rPr>
                        <a:t>SOBRENOME, N., SOBRENOME, N., 2025.</a:t>
                      </a:r>
                      <a:endParaRPr lang="pt-BR" sz="2400" dirty="0"/>
                    </a:p>
                  </a:txBody>
                  <a:tcPr marL="0" marR="720000" marT="0" marB="54000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4131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b="0" i="0" spc="100" dirty="0">
                          <a:solidFill>
                            <a:schemeClr val="tx1"/>
                          </a:solidFill>
                          <a:effectLst/>
                          <a:latin typeface="Red Hat Display ExtraBold" panose="02010303040201060303" pitchFamily="2" charset="0"/>
                        </a:rPr>
                        <a:t>Lorem ipsum dolor sit amet, consectetur adipiscing elit. Maecenas condimentum elit et ipsum finibus, eget fermentum sapien rutrum. </a:t>
                      </a:r>
                    </a:p>
                    <a:p>
                      <a:pPr>
                        <a:lnSpc>
                          <a:spcPts val="4200"/>
                        </a:lnSpc>
                      </a:pPr>
                      <a:r>
                        <a:rPr lang="en-US" sz="2400" cap="all" spc="200" dirty="0">
                          <a:solidFill>
                            <a:schemeClr val="accent4"/>
                          </a:solidFill>
                          <a:latin typeface="Red Hat Display" panose="02010303040201060303" pitchFamily="2" charset="0"/>
                          <a:ea typeface="Red Hat Display Medium"/>
                          <a:cs typeface="Red Hat Display Medium"/>
                          <a:sym typeface="Red Hat Display Medium"/>
                        </a:rPr>
                        <a:t>SOBRENOME, N., SOBRENOME, N., 2025.</a:t>
                      </a:r>
                      <a:endParaRPr lang="pt-BR" sz="2400" dirty="0"/>
                    </a:p>
                  </a:txBody>
                  <a:tcPr marL="0" marR="720000" marT="0" marB="54000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4927990"/>
                  </a:ext>
                </a:extLst>
              </a:tr>
            </a:tbl>
          </a:graphicData>
        </a:graphic>
      </p:graphicFrame>
      <p:sp>
        <p:nvSpPr>
          <p:cNvPr id="2" name="Google Shape;24;g337081b69cc_0_7">
            <a:extLst>
              <a:ext uri="{FF2B5EF4-FFF2-40B4-BE49-F238E27FC236}">
                <a16:creationId xmlns:a16="http://schemas.microsoft.com/office/drawing/2014/main" id="{829AE492-829A-29A9-3847-1AE0173B8256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v.0 n.0  |  </a:t>
            </a:r>
            <a:r>
              <a:rPr lang="en-US" sz="3000" cap="all" spc="240" dirty="0" err="1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cadernos</a:t>
            </a:r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 de </a:t>
            </a:r>
            <a:r>
              <a:rPr lang="en-US" sz="3000" cap="all" spc="240" dirty="0" err="1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linguística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35655155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3;g337081b69cc_0_7">
            <a:extLst>
              <a:ext uri="{FF2B5EF4-FFF2-40B4-BE49-F238E27FC236}">
                <a16:creationId xmlns:a16="http://schemas.microsoft.com/office/drawing/2014/main" id="{64D5147F-3291-E961-6C84-354F93E98E4B}"/>
              </a:ext>
            </a:extLst>
          </p:cNvPr>
          <p:cNvSpPr txBox="1"/>
          <p:nvPr/>
        </p:nvSpPr>
        <p:spPr>
          <a:xfrm>
            <a:off x="1025525" y="12460413"/>
            <a:ext cx="11664950" cy="1821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32000" rIns="864000" bIns="0" anchor="t" anchorCtr="0">
            <a:spAutoFit/>
          </a:bodyPr>
          <a:lstStyle/>
          <a:p>
            <a:pPr>
              <a:lnSpc>
                <a:spcPts val="5400"/>
              </a:lnSpc>
            </a:pP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Breve legenda l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orem ipsum dolor sit amet, consectetur adipiscing elit. </a:t>
            </a:r>
            <a:endParaRPr lang="pt-BR" sz="6400" i="1" cap="all" spc="40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D92AF52-6B2C-9971-5432-57A9A2193F1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54227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2">
          <a:extLst>
            <a:ext uri="{FF2B5EF4-FFF2-40B4-BE49-F238E27FC236}">
              <a16:creationId xmlns:a16="http://schemas.microsoft.com/office/drawing/2014/main" id="{41515179-BD67-C562-A45C-BBE9BA4A1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3;g337081b69cc_0_7">
            <a:extLst>
              <a:ext uri="{FF2B5EF4-FFF2-40B4-BE49-F238E27FC236}">
                <a16:creationId xmlns:a16="http://schemas.microsoft.com/office/drawing/2014/main" id="{3ADD84F3-DC93-89A4-F3B8-9447FDC02899}"/>
              </a:ext>
            </a:extLst>
          </p:cNvPr>
          <p:cNvSpPr txBox="1"/>
          <p:nvPr/>
        </p:nvSpPr>
        <p:spPr>
          <a:xfrm>
            <a:off x="1026000" y="7616825"/>
            <a:ext cx="11664000" cy="619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48000" rIns="864000" bIns="0" anchor="t" anchorCtr="0">
            <a:spAutoFit/>
          </a:bodyPr>
          <a:lstStyle/>
          <a:p>
            <a:pPr>
              <a:lnSpc>
                <a:spcPts val="5400"/>
              </a:lnSpc>
            </a:pPr>
            <a:r>
              <a:rPr lang="en-US" sz="3600" cap="all" spc="240" dirty="0" err="1">
                <a:solidFill>
                  <a:schemeClr val="tx1"/>
                </a:solidFill>
                <a:latin typeface="Red Hat Display ExtraBold" panose="02010303040201060303" pitchFamily="2" charset="0"/>
                <a:ea typeface="Red Hat Display ExtraBold"/>
                <a:cs typeface="Red Hat Display ExtraBold"/>
                <a:sym typeface="Red Hat Display Medium"/>
              </a:rPr>
              <a:t>subtítulo</a:t>
            </a:r>
            <a:r>
              <a:rPr lang="en-US" sz="3600" cap="all" spc="240" dirty="0">
                <a:solidFill>
                  <a:schemeClr val="tx1"/>
                </a:solidFill>
                <a:latin typeface="Red Hat Display ExtraBold" panose="02010303040201060303" pitchFamily="2" charset="0"/>
                <a:ea typeface="Red Hat Display ExtraBold"/>
                <a:cs typeface="Red Hat Display ExtraBold"/>
                <a:sym typeface="Red Hat Display Medium"/>
              </a:rPr>
              <a:t> </a:t>
            </a:r>
            <a:r>
              <a:rPr lang="en-US" sz="3600" cap="all" spc="240" dirty="0" err="1">
                <a:solidFill>
                  <a:schemeClr val="tx1"/>
                </a:solidFill>
                <a:latin typeface="Red Hat Display ExtraBold" panose="02010303040201060303" pitchFamily="2" charset="0"/>
                <a:ea typeface="Red Hat Display ExtraBold"/>
                <a:cs typeface="Red Hat Display ExtraBold"/>
                <a:sym typeface="Red Hat Display Medium"/>
              </a:rPr>
              <a:t>opcional</a:t>
            </a:r>
            <a:endParaRPr lang="en-US" sz="3600" cap="all" spc="240" dirty="0">
              <a:solidFill>
                <a:schemeClr val="tx1"/>
              </a:solidFill>
              <a:highlight>
                <a:schemeClr val="lt2"/>
              </a:highlight>
              <a:latin typeface="Red Hat Display ExtraBold" panose="02010303040201060303" pitchFamily="2" charset="0"/>
              <a:ea typeface="Red Hat Display ExtraBold"/>
              <a:cs typeface="Red Hat Display ExtraBold"/>
              <a:sym typeface="Red Hat Display Medium"/>
            </a:endParaRPr>
          </a:p>
          <a:p>
            <a:pPr>
              <a:lnSpc>
                <a:spcPts val="5400"/>
              </a:lnSpc>
            </a:pPr>
            <a:endParaRPr lang="pt-BR" sz="3600" spc="100" dirty="0">
              <a:solidFill>
                <a:schemeClr val="tx1"/>
              </a:solidFill>
              <a:latin typeface="Red Hat Display" panose="02010303040201060303" pitchFamily="2" charset="0"/>
            </a:endParaRPr>
          </a:p>
          <a:p>
            <a:pPr>
              <a:lnSpc>
                <a:spcPts val="5400"/>
              </a:lnSpc>
            </a:pP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Massa de texto </a:t>
            </a:r>
            <a:r>
              <a:rPr lang="pt-BR" sz="3600" spc="100" dirty="0" err="1">
                <a:solidFill>
                  <a:schemeClr val="tx1"/>
                </a:solidFill>
                <a:latin typeface="Red Hat Display" panose="02010303040201060303" pitchFamily="2" charset="0"/>
              </a:rPr>
              <a:t>lorem</a:t>
            </a: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 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ipsum dolor sit amet, consectetur adipiscing elit. Maecenas elit et ipsum finibus, eget fermentum sapien rutrum. Maecenas metus massa, pulvinar in malesuada eu, aliquet nec elit. </a:t>
            </a: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Parecer l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orem ipsum dolor sit amet, consectetur adipiscing elit. </a:t>
            </a:r>
            <a:endParaRPr lang="pt-BR" sz="6400" i="1" cap="all" spc="40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" name="Google Shape;24;g337081b69cc_0_7">
            <a:extLst>
              <a:ext uri="{FF2B5EF4-FFF2-40B4-BE49-F238E27FC236}">
                <a16:creationId xmlns:a16="http://schemas.microsoft.com/office/drawing/2014/main" id="{7DB1282C-6369-95C9-AB07-5EB2C25C8458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12A694BA-0B20-EF0E-0D5F-A8C6A5F8C6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2485780"/>
      </p:ext>
    </p:extLst>
  </p:cSld>
  <p:clrMapOvr>
    <a:masterClrMapping/>
  </p:clrMapOvr>
</p:sld>
</file>

<file path=ppt/theme/theme1.xml><?xml version="1.0" encoding="utf-8"?>
<a:theme xmlns:a="http://schemas.openxmlformats.org/drawingml/2006/main" name="Base">
  <a:themeElements>
    <a:clrScheme name="CadLin 1">
      <a:dk1>
        <a:srgbClr val="514B40"/>
      </a:dk1>
      <a:lt1>
        <a:srgbClr val="FAF6F3"/>
      </a:lt1>
      <a:dk2>
        <a:srgbClr val="A3FFFF"/>
      </a:dk2>
      <a:lt2>
        <a:srgbClr val="AEFFDA"/>
      </a:lt2>
      <a:accent1>
        <a:srgbClr val="F5CFFF"/>
      </a:accent1>
      <a:accent2>
        <a:srgbClr val="FFF3BC"/>
      </a:accent2>
      <a:accent3>
        <a:srgbClr val="FFD8D9"/>
      </a:accent3>
      <a:accent4>
        <a:srgbClr val="96928B"/>
      </a:accent4>
      <a:accent5>
        <a:srgbClr val="514B40"/>
      </a:accent5>
      <a:accent6>
        <a:srgbClr val="514B40"/>
      </a:accent6>
      <a:hlink>
        <a:srgbClr val="514B40"/>
      </a:hlink>
      <a:folHlink>
        <a:srgbClr val="514B4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785</TotalTime>
  <Words>372</Words>
  <Application>Microsoft Macintosh PowerPoint</Application>
  <PresentationFormat>Personalizar</PresentationFormat>
  <Paragraphs>41</Paragraphs>
  <Slides>12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8" baseType="lpstr">
      <vt:lpstr>Red Hat Display Medium</vt:lpstr>
      <vt:lpstr>Red Hat Display Light</vt:lpstr>
      <vt:lpstr>Red Hat Display ExtraBold</vt:lpstr>
      <vt:lpstr>Red Hat Display</vt:lpstr>
      <vt:lpstr>Arial</vt:lpstr>
      <vt:lpstr>Base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Valquiria Rabelo</dc:creator>
  <cp:lastModifiedBy>Valquiria Rabelo</cp:lastModifiedBy>
  <cp:revision>53</cp:revision>
  <dcterms:created xsi:type="dcterms:W3CDTF">2025-02-08T04:20:02Z</dcterms:created>
  <dcterms:modified xsi:type="dcterms:W3CDTF">2025-03-19T23:09:44Z</dcterms:modified>
</cp:coreProperties>
</file>