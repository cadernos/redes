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37"/>
  </p:notesMasterIdLst>
  <p:sldIdLst>
    <p:sldId id="312" r:id="rId2"/>
    <p:sldId id="320" r:id="rId3"/>
    <p:sldId id="262" r:id="rId4"/>
    <p:sldId id="321" r:id="rId5"/>
    <p:sldId id="263" r:id="rId6"/>
    <p:sldId id="322" r:id="rId7"/>
    <p:sldId id="327" r:id="rId8"/>
    <p:sldId id="313" r:id="rId9"/>
    <p:sldId id="265" r:id="rId10"/>
    <p:sldId id="328" r:id="rId11"/>
    <p:sldId id="314" r:id="rId12"/>
    <p:sldId id="329" r:id="rId13"/>
    <p:sldId id="315" r:id="rId14"/>
    <p:sldId id="330" r:id="rId15"/>
    <p:sldId id="316" r:id="rId16"/>
    <p:sldId id="293" r:id="rId17"/>
    <p:sldId id="294" r:id="rId18"/>
    <p:sldId id="317" r:id="rId19"/>
    <p:sldId id="331" r:id="rId20"/>
    <p:sldId id="318" r:id="rId21"/>
    <p:sldId id="296" r:id="rId22"/>
    <p:sldId id="297" r:id="rId23"/>
    <p:sldId id="298" r:id="rId24"/>
    <p:sldId id="300" r:id="rId25"/>
    <p:sldId id="323" r:id="rId26"/>
    <p:sldId id="307" r:id="rId27"/>
    <p:sldId id="319" r:id="rId28"/>
    <p:sldId id="309" r:id="rId29"/>
    <p:sldId id="301" r:id="rId30"/>
    <p:sldId id="302" r:id="rId31"/>
    <p:sldId id="324" r:id="rId32"/>
    <p:sldId id="308" r:id="rId33"/>
    <p:sldId id="326" r:id="rId34"/>
    <p:sldId id="303" r:id="rId35"/>
    <p:sldId id="325" r:id="rId36"/>
  </p:sldIdLst>
  <p:sldSz cx="13716000" cy="17146588"/>
  <p:notesSz cx="6858000" cy="9144000"/>
  <p:embeddedFontLst>
    <p:embeddedFont>
      <p:font typeface="Red Hat Display" panose="02010303040201060303" pitchFamily="2" charset="0"/>
      <p:regular r:id="rId38"/>
      <p:bold r:id="rId39"/>
      <p:italic r:id="rId40"/>
      <p:boldItalic r:id="rId41"/>
    </p:embeddedFont>
    <p:embeddedFont>
      <p:font typeface="Red Hat Display ExtraBold" panose="02010303040201060303" pitchFamily="2" charset="0"/>
      <p:bold r:id="rId42"/>
      <p:italic r:id="rId43"/>
      <p:boldItalic r:id="rId44"/>
    </p:embeddedFont>
    <p:embeddedFont>
      <p:font typeface="Red Hat Display Light" panose="02010303040201060303" pitchFamily="2" charset="0"/>
      <p:regular r:id="rId45"/>
      <p:bold r:id="rId46"/>
      <p:italic r:id="rId47"/>
      <p:boldItalic r:id="rId48"/>
    </p:embeddedFont>
    <p:embeddedFont>
      <p:font typeface="Red Hat Display Medium" panose="02010303040201060303" pitchFamily="2" charset="0"/>
      <p:regular r:id="rId49"/>
      <p:bold r:id="rId50"/>
      <p:italic r:id="rId51"/>
      <p:boldItalic r:id="rId5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53" roundtripDataSignature="AMtx7mitrkdmo5eKoPIVeamUaF/IbMN8e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8282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0439"/>
    <p:restoredTop sz="96654"/>
  </p:normalViewPr>
  <p:slideViewPr>
    <p:cSldViewPr snapToGrid="0" showGuides="1">
      <p:cViewPr varScale="1">
        <p:scale>
          <a:sx n="51" d="100"/>
          <a:sy n="51" d="100"/>
        </p:scale>
        <p:origin x="3552" y="2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2.fntdata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font" Target="fonts/font5.fntdata"/><Relationship Id="rId47" Type="http://schemas.openxmlformats.org/officeDocument/2006/relationships/font" Target="fonts/font10.fntdata"/><Relationship Id="rId50" Type="http://schemas.openxmlformats.org/officeDocument/2006/relationships/font" Target="fonts/font13.fntdata"/><Relationship Id="rId55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font" Target="fonts/font3.fntdata"/><Relationship Id="rId45" Type="http://schemas.openxmlformats.org/officeDocument/2006/relationships/font" Target="fonts/font8.fntdata"/><Relationship Id="rId53" Type="http://customschemas.google.com/relationships/presentationmetadata" Target="metadata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font" Target="fonts/font6.fntdata"/><Relationship Id="rId48" Type="http://schemas.openxmlformats.org/officeDocument/2006/relationships/font" Target="fonts/font11.fntdata"/><Relationship Id="rId56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font" Target="fonts/font14.fntdata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font" Target="fonts/font1.fntdata"/><Relationship Id="rId46" Type="http://schemas.openxmlformats.org/officeDocument/2006/relationships/font" Target="fonts/font9.fntdata"/><Relationship Id="rId20" Type="http://schemas.openxmlformats.org/officeDocument/2006/relationships/slide" Target="slides/slide19.xml"/><Relationship Id="rId41" Type="http://schemas.openxmlformats.org/officeDocument/2006/relationships/font" Target="fonts/font4.fntdata"/><Relationship Id="rId54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font" Target="fonts/font12.fntdata"/><Relationship Id="rId57" Type="http://schemas.openxmlformats.org/officeDocument/2006/relationships/tableStyles" Target="tableStyle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font" Target="fonts/font7.fntdata"/><Relationship Id="rId52" Type="http://schemas.openxmlformats.org/officeDocument/2006/relationships/font" Target="fonts/font15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">
          <a:extLst>
            <a:ext uri="{FF2B5EF4-FFF2-40B4-BE49-F238E27FC236}">
              <a16:creationId xmlns:a16="http://schemas.microsoft.com/office/drawing/2014/main" id="{5E069E89-AAEF-8AA5-33F8-8EBD21DE7C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g337081b69cc_0_7:notes">
            <a:extLst>
              <a:ext uri="{FF2B5EF4-FFF2-40B4-BE49-F238E27FC236}">
                <a16:creationId xmlns:a16="http://schemas.microsoft.com/office/drawing/2014/main" id="{71E7B143-5313-FB76-7BD4-02FCA6E8443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1" name="Google Shape;21;g337081b69cc_0_7:notes">
            <a:extLst>
              <a:ext uri="{FF2B5EF4-FFF2-40B4-BE49-F238E27FC236}">
                <a16:creationId xmlns:a16="http://schemas.microsoft.com/office/drawing/2014/main" id="{247B0C7A-27E2-6F43-52DE-65FC6B71724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057400" y="685800"/>
            <a:ext cx="27432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56313731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">
          <a:extLst>
            <a:ext uri="{FF2B5EF4-FFF2-40B4-BE49-F238E27FC236}">
              <a16:creationId xmlns:a16="http://schemas.microsoft.com/office/drawing/2014/main" id="{2170F38F-3D51-29A4-94E7-BBE8C9ED1D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g337081b69cc_0_7:notes">
            <a:extLst>
              <a:ext uri="{FF2B5EF4-FFF2-40B4-BE49-F238E27FC236}">
                <a16:creationId xmlns:a16="http://schemas.microsoft.com/office/drawing/2014/main" id="{BBD8EDAB-524A-D864-2580-D3EEE587B31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1" name="Google Shape;21;g337081b69cc_0_7:notes">
            <a:extLst>
              <a:ext uri="{FF2B5EF4-FFF2-40B4-BE49-F238E27FC236}">
                <a16:creationId xmlns:a16="http://schemas.microsoft.com/office/drawing/2014/main" id="{EDAFAEA9-5946-E1C6-312B-0B0609C68F1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057400" y="685800"/>
            <a:ext cx="27432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70396006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">
          <a:extLst>
            <a:ext uri="{FF2B5EF4-FFF2-40B4-BE49-F238E27FC236}">
              <a16:creationId xmlns:a16="http://schemas.microsoft.com/office/drawing/2014/main" id="{A1E4FDE8-69F9-0B67-D70C-A31830B666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g337081b69cc_0_7:notes">
            <a:extLst>
              <a:ext uri="{FF2B5EF4-FFF2-40B4-BE49-F238E27FC236}">
                <a16:creationId xmlns:a16="http://schemas.microsoft.com/office/drawing/2014/main" id="{5ECD7538-8895-D43B-7A1C-3AD592F9861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1" name="Google Shape;21;g337081b69cc_0_7:notes">
            <a:extLst>
              <a:ext uri="{FF2B5EF4-FFF2-40B4-BE49-F238E27FC236}">
                <a16:creationId xmlns:a16="http://schemas.microsoft.com/office/drawing/2014/main" id="{F9D991BA-FDA3-4BEB-9952-DA6D7B596E2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057400" y="685800"/>
            <a:ext cx="27432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98191905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">
          <a:extLst>
            <a:ext uri="{FF2B5EF4-FFF2-40B4-BE49-F238E27FC236}">
              <a16:creationId xmlns:a16="http://schemas.microsoft.com/office/drawing/2014/main" id="{9D504B89-6791-24F9-3127-260798D627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g337081b69cc_0_7:notes">
            <a:extLst>
              <a:ext uri="{FF2B5EF4-FFF2-40B4-BE49-F238E27FC236}">
                <a16:creationId xmlns:a16="http://schemas.microsoft.com/office/drawing/2014/main" id="{A20B7DE2-23AD-B60E-073B-CE30D7222BE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1" name="Google Shape;21;g337081b69cc_0_7:notes">
            <a:extLst>
              <a:ext uri="{FF2B5EF4-FFF2-40B4-BE49-F238E27FC236}">
                <a16:creationId xmlns:a16="http://schemas.microsoft.com/office/drawing/2014/main" id="{6CEAA9B6-7634-41AB-5EAF-5C8D2DAAAEF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057400" y="685800"/>
            <a:ext cx="27432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1240451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">
          <a:extLst>
            <a:ext uri="{FF2B5EF4-FFF2-40B4-BE49-F238E27FC236}">
              <a16:creationId xmlns:a16="http://schemas.microsoft.com/office/drawing/2014/main" id="{5F4EFEC9-ED6B-84D1-9822-174EB127B2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g337081b69cc_0_7:notes">
            <a:extLst>
              <a:ext uri="{FF2B5EF4-FFF2-40B4-BE49-F238E27FC236}">
                <a16:creationId xmlns:a16="http://schemas.microsoft.com/office/drawing/2014/main" id="{05E5C98E-CCAD-32CA-22AF-BBE0A92B0E7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1" name="Google Shape;21;g337081b69cc_0_7:notes">
            <a:extLst>
              <a:ext uri="{FF2B5EF4-FFF2-40B4-BE49-F238E27FC236}">
                <a16:creationId xmlns:a16="http://schemas.microsoft.com/office/drawing/2014/main" id="{FCD4E263-D157-D102-4F16-C7E9427815B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057400" y="685800"/>
            <a:ext cx="27432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11865885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">
          <a:extLst>
            <a:ext uri="{FF2B5EF4-FFF2-40B4-BE49-F238E27FC236}">
              <a16:creationId xmlns:a16="http://schemas.microsoft.com/office/drawing/2014/main" id="{82D1A46F-799B-E301-3462-620662F960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g337081b69cc_0_7:notes">
            <a:extLst>
              <a:ext uri="{FF2B5EF4-FFF2-40B4-BE49-F238E27FC236}">
                <a16:creationId xmlns:a16="http://schemas.microsoft.com/office/drawing/2014/main" id="{826C46A5-24D5-791C-035D-DD1D0725DC5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1" name="Google Shape;21;g337081b69cc_0_7:notes">
            <a:extLst>
              <a:ext uri="{FF2B5EF4-FFF2-40B4-BE49-F238E27FC236}">
                <a16:creationId xmlns:a16="http://schemas.microsoft.com/office/drawing/2014/main" id="{312ABB7D-995E-C8EE-8739-595775B3166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057400" y="685800"/>
            <a:ext cx="27432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3562781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">
          <a:extLst>
            <a:ext uri="{FF2B5EF4-FFF2-40B4-BE49-F238E27FC236}">
              <a16:creationId xmlns:a16="http://schemas.microsoft.com/office/drawing/2014/main" id="{A26BF3FF-B0E4-0C95-EBD4-6643B23226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g337081b69cc_0_7:notes">
            <a:extLst>
              <a:ext uri="{FF2B5EF4-FFF2-40B4-BE49-F238E27FC236}">
                <a16:creationId xmlns:a16="http://schemas.microsoft.com/office/drawing/2014/main" id="{15DEA279-BAFC-FA71-EC3F-13BCF961697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1" name="Google Shape;21;g337081b69cc_0_7:notes">
            <a:extLst>
              <a:ext uri="{FF2B5EF4-FFF2-40B4-BE49-F238E27FC236}">
                <a16:creationId xmlns:a16="http://schemas.microsoft.com/office/drawing/2014/main" id="{261EF190-83A2-B696-E136-139740AED1B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057400" y="685800"/>
            <a:ext cx="27432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04497468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">
          <a:extLst>
            <a:ext uri="{FF2B5EF4-FFF2-40B4-BE49-F238E27FC236}">
              <a16:creationId xmlns:a16="http://schemas.microsoft.com/office/drawing/2014/main" id="{8305ED94-831C-D5CA-4E66-EEBC682494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g337081b69cc_0_7:notes">
            <a:extLst>
              <a:ext uri="{FF2B5EF4-FFF2-40B4-BE49-F238E27FC236}">
                <a16:creationId xmlns:a16="http://schemas.microsoft.com/office/drawing/2014/main" id="{A869ECC9-E40F-94B8-91F3-CB9F1C24CD2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1" name="Google Shape;21;g337081b69cc_0_7:notes">
            <a:extLst>
              <a:ext uri="{FF2B5EF4-FFF2-40B4-BE49-F238E27FC236}">
                <a16:creationId xmlns:a16="http://schemas.microsoft.com/office/drawing/2014/main" id="{43300C08-844D-7561-6DBE-DE9469C49A0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057400" y="685800"/>
            <a:ext cx="27432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46800635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">
          <a:extLst>
            <a:ext uri="{FF2B5EF4-FFF2-40B4-BE49-F238E27FC236}">
              <a16:creationId xmlns:a16="http://schemas.microsoft.com/office/drawing/2014/main" id="{71650FD3-B4D2-6FCF-BF3C-8BFEFD54F6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g337081b69cc_0_7:notes">
            <a:extLst>
              <a:ext uri="{FF2B5EF4-FFF2-40B4-BE49-F238E27FC236}">
                <a16:creationId xmlns:a16="http://schemas.microsoft.com/office/drawing/2014/main" id="{7D4DBA5D-4973-9B7D-9E8A-ABEF2C37C44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1" name="Google Shape;21;g337081b69cc_0_7:notes">
            <a:extLst>
              <a:ext uri="{FF2B5EF4-FFF2-40B4-BE49-F238E27FC236}">
                <a16:creationId xmlns:a16="http://schemas.microsoft.com/office/drawing/2014/main" id="{6EDDE46A-5D0E-F21B-5F2F-B2E0F85A8B8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057400" y="685800"/>
            <a:ext cx="27432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97153688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">
          <a:extLst>
            <a:ext uri="{FF2B5EF4-FFF2-40B4-BE49-F238E27FC236}">
              <a16:creationId xmlns:a16="http://schemas.microsoft.com/office/drawing/2014/main" id="{000AFAA6-01AE-B40C-3636-A2DE7D9BB8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g337081b69cc_0_7:notes">
            <a:extLst>
              <a:ext uri="{FF2B5EF4-FFF2-40B4-BE49-F238E27FC236}">
                <a16:creationId xmlns:a16="http://schemas.microsoft.com/office/drawing/2014/main" id="{CB99FDDF-CAE7-138B-8655-5F93BBC6517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1" name="Google Shape;21;g337081b69cc_0_7:notes">
            <a:extLst>
              <a:ext uri="{FF2B5EF4-FFF2-40B4-BE49-F238E27FC236}">
                <a16:creationId xmlns:a16="http://schemas.microsoft.com/office/drawing/2014/main" id="{C4B49480-C0E1-D379-8ECE-D0DBBF542FA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057400" y="685800"/>
            <a:ext cx="27432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43721556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">
          <a:extLst>
            <a:ext uri="{FF2B5EF4-FFF2-40B4-BE49-F238E27FC236}">
              <a16:creationId xmlns:a16="http://schemas.microsoft.com/office/drawing/2014/main" id="{9BCE4AF9-E658-2CD3-2DB9-1CBF93579B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g337081b69cc_0_7:notes">
            <a:extLst>
              <a:ext uri="{FF2B5EF4-FFF2-40B4-BE49-F238E27FC236}">
                <a16:creationId xmlns:a16="http://schemas.microsoft.com/office/drawing/2014/main" id="{971630A8-42EA-0986-84D5-F293350A59C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1" name="Google Shape;21;g337081b69cc_0_7:notes">
            <a:extLst>
              <a:ext uri="{FF2B5EF4-FFF2-40B4-BE49-F238E27FC236}">
                <a16:creationId xmlns:a16="http://schemas.microsoft.com/office/drawing/2014/main" id="{DDAC19F5-4DC7-00BA-88A0-4A96E468F2C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057400" y="685800"/>
            <a:ext cx="27432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66317327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">
          <a:extLst>
            <a:ext uri="{FF2B5EF4-FFF2-40B4-BE49-F238E27FC236}">
              <a16:creationId xmlns:a16="http://schemas.microsoft.com/office/drawing/2014/main" id="{3C4E2DE4-66FF-0AB6-E818-A725D431EB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g337081b69cc_0_7:notes">
            <a:extLst>
              <a:ext uri="{FF2B5EF4-FFF2-40B4-BE49-F238E27FC236}">
                <a16:creationId xmlns:a16="http://schemas.microsoft.com/office/drawing/2014/main" id="{08265D92-4426-8E59-3D42-BD41C9F6C00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1" name="Google Shape;21;g337081b69cc_0_7:notes">
            <a:extLst>
              <a:ext uri="{FF2B5EF4-FFF2-40B4-BE49-F238E27FC236}">
                <a16:creationId xmlns:a16="http://schemas.microsoft.com/office/drawing/2014/main" id="{16F6B466-E7EF-38D1-9D50-D6EFE9920E5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057400" y="685800"/>
            <a:ext cx="27432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11442220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">
          <a:extLst>
            <a:ext uri="{FF2B5EF4-FFF2-40B4-BE49-F238E27FC236}">
              <a16:creationId xmlns:a16="http://schemas.microsoft.com/office/drawing/2014/main" id="{0D69DA40-3208-3E18-74AB-10F5DF3A01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g337081b69cc_0_7:notes">
            <a:extLst>
              <a:ext uri="{FF2B5EF4-FFF2-40B4-BE49-F238E27FC236}">
                <a16:creationId xmlns:a16="http://schemas.microsoft.com/office/drawing/2014/main" id="{8AE80D7C-317C-08B0-ECB4-E497DE02D38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1" name="Google Shape;21;g337081b69cc_0_7:notes">
            <a:extLst>
              <a:ext uri="{FF2B5EF4-FFF2-40B4-BE49-F238E27FC236}">
                <a16:creationId xmlns:a16="http://schemas.microsoft.com/office/drawing/2014/main" id="{AC79FE57-CF2D-1629-9610-11CA9B83A04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057400" y="685800"/>
            <a:ext cx="27432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74191262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">
          <a:extLst>
            <a:ext uri="{FF2B5EF4-FFF2-40B4-BE49-F238E27FC236}">
              <a16:creationId xmlns:a16="http://schemas.microsoft.com/office/drawing/2014/main" id="{D04C5DD5-E9D4-ABED-720A-6D54B45ADA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g337081b69cc_0_7:notes">
            <a:extLst>
              <a:ext uri="{FF2B5EF4-FFF2-40B4-BE49-F238E27FC236}">
                <a16:creationId xmlns:a16="http://schemas.microsoft.com/office/drawing/2014/main" id="{696B278E-9161-5570-1C9A-802FFF727AF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1" name="Google Shape;21;g337081b69cc_0_7:notes">
            <a:extLst>
              <a:ext uri="{FF2B5EF4-FFF2-40B4-BE49-F238E27FC236}">
                <a16:creationId xmlns:a16="http://schemas.microsoft.com/office/drawing/2014/main" id="{0AD46B44-CFCB-B8DA-6E1E-0458630CC98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057400" y="685800"/>
            <a:ext cx="27432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08009371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">
          <a:extLst>
            <a:ext uri="{FF2B5EF4-FFF2-40B4-BE49-F238E27FC236}">
              <a16:creationId xmlns:a16="http://schemas.microsoft.com/office/drawing/2014/main" id="{2636B75E-1A96-B3C9-CFCC-B7E767BB76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g337081b69cc_0_7:notes">
            <a:extLst>
              <a:ext uri="{FF2B5EF4-FFF2-40B4-BE49-F238E27FC236}">
                <a16:creationId xmlns:a16="http://schemas.microsoft.com/office/drawing/2014/main" id="{7A9FBA55-EE7A-6BC5-F29E-7E4A13233B2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1" name="Google Shape;21;g337081b69cc_0_7:notes">
            <a:extLst>
              <a:ext uri="{FF2B5EF4-FFF2-40B4-BE49-F238E27FC236}">
                <a16:creationId xmlns:a16="http://schemas.microsoft.com/office/drawing/2014/main" id="{EC3B57F9-FF58-8D47-8C9B-F6E397D3A6D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057400" y="685800"/>
            <a:ext cx="27432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01024934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">
          <a:extLst>
            <a:ext uri="{FF2B5EF4-FFF2-40B4-BE49-F238E27FC236}">
              <a16:creationId xmlns:a16="http://schemas.microsoft.com/office/drawing/2014/main" id="{EFCD0DAD-82FC-ACAE-FDD8-B6E1DE1714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g337081b69cc_0_7:notes">
            <a:extLst>
              <a:ext uri="{FF2B5EF4-FFF2-40B4-BE49-F238E27FC236}">
                <a16:creationId xmlns:a16="http://schemas.microsoft.com/office/drawing/2014/main" id="{9678AE84-043D-5244-BBDE-54F09BF78D3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1" name="Google Shape;21;g337081b69cc_0_7:notes">
            <a:extLst>
              <a:ext uri="{FF2B5EF4-FFF2-40B4-BE49-F238E27FC236}">
                <a16:creationId xmlns:a16="http://schemas.microsoft.com/office/drawing/2014/main" id="{17B41390-387F-8C61-AAF5-1303B08F18B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057400" y="685800"/>
            <a:ext cx="27432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49245931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">
          <a:extLst>
            <a:ext uri="{FF2B5EF4-FFF2-40B4-BE49-F238E27FC236}">
              <a16:creationId xmlns:a16="http://schemas.microsoft.com/office/drawing/2014/main" id="{30CDD439-0A7A-0108-1CC3-D7E07C6F24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g337081b69cc_0_7:notes">
            <a:extLst>
              <a:ext uri="{FF2B5EF4-FFF2-40B4-BE49-F238E27FC236}">
                <a16:creationId xmlns:a16="http://schemas.microsoft.com/office/drawing/2014/main" id="{DE62956E-1110-B092-2F7F-770A5C2CA77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1" name="Google Shape;21;g337081b69cc_0_7:notes">
            <a:extLst>
              <a:ext uri="{FF2B5EF4-FFF2-40B4-BE49-F238E27FC236}">
                <a16:creationId xmlns:a16="http://schemas.microsoft.com/office/drawing/2014/main" id="{09827599-3F06-3816-ADB5-B5373181CA8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057400" y="685800"/>
            <a:ext cx="27432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02035051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">
          <a:extLst>
            <a:ext uri="{FF2B5EF4-FFF2-40B4-BE49-F238E27FC236}">
              <a16:creationId xmlns:a16="http://schemas.microsoft.com/office/drawing/2014/main" id="{F63FB79C-DAE0-CDD2-6190-7E26DBA442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g337081b69cc_0_7:notes">
            <a:extLst>
              <a:ext uri="{FF2B5EF4-FFF2-40B4-BE49-F238E27FC236}">
                <a16:creationId xmlns:a16="http://schemas.microsoft.com/office/drawing/2014/main" id="{5D10B787-7190-4219-B723-DF210CD34D7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1" name="Google Shape;21;g337081b69cc_0_7:notes">
            <a:extLst>
              <a:ext uri="{FF2B5EF4-FFF2-40B4-BE49-F238E27FC236}">
                <a16:creationId xmlns:a16="http://schemas.microsoft.com/office/drawing/2014/main" id="{2DE73312-08CF-95ED-6F39-D125FDCC90B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057400" y="685800"/>
            <a:ext cx="27432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44620131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">
          <a:extLst>
            <a:ext uri="{FF2B5EF4-FFF2-40B4-BE49-F238E27FC236}">
              <a16:creationId xmlns:a16="http://schemas.microsoft.com/office/drawing/2014/main" id="{2A1566F4-2D6F-BDDC-EEFA-F6D6787BEB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g337081b69cc_0_7:notes">
            <a:extLst>
              <a:ext uri="{FF2B5EF4-FFF2-40B4-BE49-F238E27FC236}">
                <a16:creationId xmlns:a16="http://schemas.microsoft.com/office/drawing/2014/main" id="{2BDD70E5-48C4-3460-0797-403D6AD3707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1" name="Google Shape;21;g337081b69cc_0_7:notes">
            <a:extLst>
              <a:ext uri="{FF2B5EF4-FFF2-40B4-BE49-F238E27FC236}">
                <a16:creationId xmlns:a16="http://schemas.microsoft.com/office/drawing/2014/main" id="{11AAF0E7-265C-8543-AC37-9393C86768D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057400" y="685800"/>
            <a:ext cx="27432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85257238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">
          <a:extLst>
            <a:ext uri="{FF2B5EF4-FFF2-40B4-BE49-F238E27FC236}">
              <a16:creationId xmlns:a16="http://schemas.microsoft.com/office/drawing/2014/main" id="{9E7A68D6-5BCA-DE36-79D5-E2BDEC2175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g337081b69cc_0_7:notes">
            <a:extLst>
              <a:ext uri="{FF2B5EF4-FFF2-40B4-BE49-F238E27FC236}">
                <a16:creationId xmlns:a16="http://schemas.microsoft.com/office/drawing/2014/main" id="{9825B629-5214-0A11-0D99-3AC23DF8817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1" name="Google Shape;21;g337081b69cc_0_7:notes">
            <a:extLst>
              <a:ext uri="{FF2B5EF4-FFF2-40B4-BE49-F238E27FC236}">
                <a16:creationId xmlns:a16="http://schemas.microsoft.com/office/drawing/2014/main" id="{26804897-42D9-2599-7B6F-FF4D7D9AA1C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057400" y="685800"/>
            <a:ext cx="27432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95273978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">
          <a:extLst>
            <a:ext uri="{FF2B5EF4-FFF2-40B4-BE49-F238E27FC236}">
              <a16:creationId xmlns:a16="http://schemas.microsoft.com/office/drawing/2014/main" id="{0E7039D7-1E64-B2C7-E621-EFDDCD456A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g337081b69cc_0_7:notes">
            <a:extLst>
              <a:ext uri="{FF2B5EF4-FFF2-40B4-BE49-F238E27FC236}">
                <a16:creationId xmlns:a16="http://schemas.microsoft.com/office/drawing/2014/main" id="{8196DB0E-E639-AD43-77DC-FE3FCF5C66F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1" name="Google Shape;21;g337081b69cc_0_7:notes">
            <a:extLst>
              <a:ext uri="{FF2B5EF4-FFF2-40B4-BE49-F238E27FC236}">
                <a16:creationId xmlns:a16="http://schemas.microsoft.com/office/drawing/2014/main" id="{21A77588-F702-39A5-69C6-558A900CA92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057400" y="685800"/>
            <a:ext cx="27432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60212418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">
          <a:extLst>
            <a:ext uri="{FF2B5EF4-FFF2-40B4-BE49-F238E27FC236}">
              <a16:creationId xmlns:a16="http://schemas.microsoft.com/office/drawing/2014/main" id="{E61D2157-E664-CD2A-7D8A-DA99AE5BF9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g337081b69cc_0_7:notes">
            <a:extLst>
              <a:ext uri="{FF2B5EF4-FFF2-40B4-BE49-F238E27FC236}">
                <a16:creationId xmlns:a16="http://schemas.microsoft.com/office/drawing/2014/main" id="{C2CD552D-5382-91AE-02A1-F287DD1A046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1" name="Google Shape;21;g337081b69cc_0_7:notes">
            <a:extLst>
              <a:ext uri="{FF2B5EF4-FFF2-40B4-BE49-F238E27FC236}">
                <a16:creationId xmlns:a16="http://schemas.microsoft.com/office/drawing/2014/main" id="{D62262BB-7F12-CA40-D47F-A1BDE3D4F73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057400" y="685800"/>
            <a:ext cx="27432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524448795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">
          <a:extLst>
            <a:ext uri="{FF2B5EF4-FFF2-40B4-BE49-F238E27FC236}">
              <a16:creationId xmlns:a16="http://schemas.microsoft.com/office/drawing/2014/main" id="{1D94175C-2391-1156-140F-3003633A33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g337081b69cc_0_7:notes">
            <a:extLst>
              <a:ext uri="{FF2B5EF4-FFF2-40B4-BE49-F238E27FC236}">
                <a16:creationId xmlns:a16="http://schemas.microsoft.com/office/drawing/2014/main" id="{A6E6525F-F437-0D18-2E30-ABCEF040568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1" name="Google Shape;21;g337081b69cc_0_7:notes">
            <a:extLst>
              <a:ext uri="{FF2B5EF4-FFF2-40B4-BE49-F238E27FC236}">
                <a16:creationId xmlns:a16="http://schemas.microsoft.com/office/drawing/2014/main" id="{6F32C9BD-FA4F-4B4F-BCFE-94175872AAC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057400" y="685800"/>
            <a:ext cx="27432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56935787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">
          <a:extLst>
            <a:ext uri="{FF2B5EF4-FFF2-40B4-BE49-F238E27FC236}">
              <a16:creationId xmlns:a16="http://schemas.microsoft.com/office/drawing/2014/main" id="{6AA08D41-36C4-1692-FB77-F8461674D2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g337081b69cc_0_7:notes">
            <a:extLst>
              <a:ext uri="{FF2B5EF4-FFF2-40B4-BE49-F238E27FC236}">
                <a16:creationId xmlns:a16="http://schemas.microsoft.com/office/drawing/2014/main" id="{F6F6277F-D149-7265-C967-AF28ABB768F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1" name="Google Shape;21;g337081b69cc_0_7:notes">
            <a:extLst>
              <a:ext uri="{FF2B5EF4-FFF2-40B4-BE49-F238E27FC236}">
                <a16:creationId xmlns:a16="http://schemas.microsoft.com/office/drawing/2014/main" id="{2B597B3F-E0CE-6F1D-35BB-BE58E7C2766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057400" y="685800"/>
            <a:ext cx="27432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125662480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">
          <a:extLst>
            <a:ext uri="{FF2B5EF4-FFF2-40B4-BE49-F238E27FC236}">
              <a16:creationId xmlns:a16="http://schemas.microsoft.com/office/drawing/2014/main" id="{636BF977-8D8B-6A3C-2D4A-6C376F59EB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g337081b69cc_0_7:notes">
            <a:extLst>
              <a:ext uri="{FF2B5EF4-FFF2-40B4-BE49-F238E27FC236}">
                <a16:creationId xmlns:a16="http://schemas.microsoft.com/office/drawing/2014/main" id="{D06FCDD2-B0D4-48FF-F826-294EB265935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1" name="Google Shape;21;g337081b69cc_0_7:notes">
            <a:extLst>
              <a:ext uri="{FF2B5EF4-FFF2-40B4-BE49-F238E27FC236}">
                <a16:creationId xmlns:a16="http://schemas.microsoft.com/office/drawing/2014/main" id="{35EFCDDF-63F5-37B0-F1C4-3240F55F868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057400" y="685800"/>
            <a:ext cx="27432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23308592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">
          <a:extLst>
            <a:ext uri="{FF2B5EF4-FFF2-40B4-BE49-F238E27FC236}">
              <a16:creationId xmlns:a16="http://schemas.microsoft.com/office/drawing/2014/main" id="{76C04DCA-AD65-D7A8-976C-8778F24BE1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g337081b69cc_0_7:notes">
            <a:extLst>
              <a:ext uri="{FF2B5EF4-FFF2-40B4-BE49-F238E27FC236}">
                <a16:creationId xmlns:a16="http://schemas.microsoft.com/office/drawing/2014/main" id="{7A618600-E62F-B302-68F0-1EEA6743B23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1" name="Google Shape;21;g337081b69cc_0_7:notes">
            <a:extLst>
              <a:ext uri="{FF2B5EF4-FFF2-40B4-BE49-F238E27FC236}">
                <a16:creationId xmlns:a16="http://schemas.microsoft.com/office/drawing/2014/main" id="{895010B2-0E04-CD54-6467-8633A088842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057400" y="685800"/>
            <a:ext cx="27432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177824216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">
          <a:extLst>
            <a:ext uri="{FF2B5EF4-FFF2-40B4-BE49-F238E27FC236}">
              <a16:creationId xmlns:a16="http://schemas.microsoft.com/office/drawing/2014/main" id="{D234F376-4F57-C88A-A112-1EED6D4132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g337081b69cc_0_7:notes">
            <a:extLst>
              <a:ext uri="{FF2B5EF4-FFF2-40B4-BE49-F238E27FC236}">
                <a16:creationId xmlns:a16="http://schemas.microsoft.com/office/drawing/2014/main" id="{7FB4C45E-E131-0C81-3CC6-C785C44869C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1" name="Google Shape;21;g337081b69cc_0_7:notes">
            <a:extLst>
              <a:ext uri="{FF2B5EF4-FFF2-40B4-BE49-F238E27FC236}">
                <a16:creationId xmlns:a16="http://schemas.microsoft.com/office/drawing/2014/main" id="{7B675079-0689-E595-30D2-286551575D1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057400" y="685800"/>
            <a:ext cx="27432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577481802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">
          <a:extLst>
            <a:ext uri="{FF2B5EF4-FFF2-40B4-BE49-F238E27FC236}">
              <a16:creationId xmlns:a16="http://schemas.microsoft.com/office/drawing/2014/main" id="{F563C48B-BED2-BD20-BF2A-5B7FFD1403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g337081b69cc_0_7:notes">
            <a:extLst>
              <a:ext uri="{FF2B5EF4-FFF2-40B4-BE49-F238E27FC236}">
                <a16:creationId xmlns:a16="http://schemas.microsoft.com/office/drawing/2014/main" id="{69174DF6-25F7-92A8-CDF4-8969A5D8FFC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1" name="Google Shape;21;g337081b69cc_0_7:notes">
            <a:extLst>
              <a:ext uri="{FF2B5EF4-FFF2-40B4-BE49-F238E27FC236}">
                <a16:creationId xmlns:a16="http://schemas.microsoft.com/office/drawing/2014/main" id="{659C59D3-7433-1922-A935-FF11C7120F1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057400" y="685800"/>
            <a:ext cx="27432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238071314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">
          <a:extLst>
            <a:ext uri="{FF2B5EF4-FFF2-40B4-BE49-F238E27FC236}">
              <a16:creationId xmlns:a16="http://schemas.microsoft.com/office/drawing/2014/main" id="{83FC9CBE-43B4-2F15-BE56-411A3B9612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g337081b69cc_0_7:notes">
            <a:extLst>
              <a:ext uri="{FF2B5EF4-FFF2-40B4-BE49-F238E27FC236}">
                <a16:creationId xmlns:a16="http://schemas.microsoft.com/office/drawing/2014/main" id="{64A50EC0-EF02-78B4-C606-BC189C95195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1" name="Google Shape;21;g337081b69cc_0_7:notes">
            <a:extLst>
              <a:ext uri="{FF2B5EF4-FFF2-40B4-BE49-F238E27FC236}">
                <a16:creationId xmlns:a16="http://schemas.microsoft.com/office/drawing/2014/main" id="{4D15F35E-10A4-B1C2-4054-945097F5853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057400" y="685800"/>
            <a:ext cx="27432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950911639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">
          <a:extLst>
            <a:ext uri="{FF2B5EF4-FFF2-40B4-BE49-F238E27FC236}">
              <a16:creationId xmlns:a16="http://schemas.microsoft.com/office/drawing/2014/main" id="{0ECCF5EB-0D17-C260-FB96-1C7F248EB2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g337081b69cc_0_7:notes">
            <a:extLst>
              <a:ext uri="{FF2B5EF4-FFF2-40B4-BE49-F238E27FC236}">
                <a16:creationId xmlns:a16="http://schemas.microsoft.com/office/drawing/2014/main" id="{BEFE37A6-C739-DFA1-AD0B-B7D59E6F6B1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1" name="Google Shape;21;g337081b69cc_0_7:notes">
            <a:extLst>
              <a:ext uri="{FF2B5EF4-FFF2-40B4-BE49-F238E27FC236}">
                <a16:creationId xmlns:a16="http://schemas.microsoft.com/office/drawing/2014/main" id="{F42843AB-52AD-FDD8-7FA5-CDA61E548C2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057400" y="685800"/>
            <a:ext cx="27432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5961025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de Título">
  <p:cSld name="Neutro">
    <p:bg>
      <p:bgPr>
        <a:solidFill>
          <a:schemeClr val="lt1"/>
        </a:solidFill>
        <a:effectLst/>
      </p:bgPr>
    </p:bg>
    <p:spTree>
      <p:nvGrpSpPr>
        <p:cNvPr id="1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de Título" preserve="1">
  <p:cSld name="Azul">
    <p:bg>
      <p:bgPr>
        <a:solidFill>
          <a:schemeClr val="accent3"/>
        </a:solidFill>
        <a:effectLst/>
      </p:bgPr>
    </p:bg>
    <p:spTree>
      <p:nvGrpSpPr>
        <p:cNvPr id="1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569143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de Título" preserve="1" userDrawn="1">
  <p:cSld name="Minibio">
    <p:bg>
      <p:bgPr>
        <a:solidFill>
          <a:schemeClr val="accent3"/>
        </a:solidFill>
        <a:effectLst/>
      </p:bgPr>
    </p:bg>
    <p:spTree>
      <p:nvGrpSpPr>
        <p:cNvPr id="1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Imagem 5">
            <a:extLst>
              <a:ext uri="{FF2B5EF4-FFF2-40B4-BE49-F238E27FC236}">
                <a16:creationId xmlns:a16="http://schemas.microsoft.com/office/drawing/2014/main" id="{4B1852DD-2EA4-AA60-5BF2-E4389BB1445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990109" y="3053324"/>
            <a:ext cx="2017588" cy="2015999"/>
          </a:xfrm>
          <a:prstGeom prst="ellipse">
            <a:avLst/>
          </a:prstGeom>
          <a:solidFill>
            <a:schemeClr val="accent4"/>
          </a:solidFill>
        </p:spPr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6686257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de Título" preserve="1" userDrawn="1">
  <p:cSld name="Imagem_P">
    <p:bg>
      <p:bgPr>
        <a:solidFill>
          <a:schemeClr val="accent3"/>
        </a:solidFill>
        <a:effectLst/>
      </p:bgPr>
    </p:bg>
    <p:spTree>
      <p:nvGrpSpPr>
        <p:cNvPr id="1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4">
            <a:extLst>
              <a:ext uri="{FF2B5EF4-FFF2-40B4-BE49-F238E27FC236}">
                <a16:creationId xmlns:a16="http://schemas.microsoft.com/office/drawing/2014/main" id="{405B482B-80A8-46A6-9FC6-5E9EBE1E6A4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026000" y="3657600"/>
            <a:ext cx="5219700" cy="3959225"/>
          </a:xfrm>
          <a:prstGeom prst="rect">
            <a:avLst/>
          </a:prstGeom>
          <a:solidFill>
            <a:schemeClr val="accent4"/>
          </a:solidFill>
        </p:spPr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784686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de Título" preserve="1" userDrawn="1">
  <p:cSld name="Imagem_G">
    <p:bg>
      <p:bgPr>
        <a:solidFill>
          <a:schemeClr val="accent3"/>
        </a:solidFill>
        <a:effectLst/>
      </p:bgPr>
    </p:bg>
    <p:spTree>
      <p:nvGrpSpPr>
        <p:cNvPr id="1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FCD0B12C-E1C7-4804-B6FE-E88E3B77C8B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0" y="-1"/>
            <a:ext cx="13716000" cy="14838363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E48774D5-0052-D733-4365-F0F938FF920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026000" y="1012825"/>
            <a:ext cx="11664000" cy="11447588"/>
          </a:xfrm>
          <a:prstGeom prst="roundRect">
            <a:avLst>
              <a:gd name="adj" fmla="val 1637"/>
            </a:avLst>
          </a:prstGeom>
          <a:solidFill>
            <a:schemeClr val="accent4"/>
          </a:solidFill>
        </p:spPr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9392946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de Título" preserve="1" userDrawn="1">
  <p:cSld name="1_Slide de Título">
    <p:bg>
      <p:bgPr>
        <a:solidFill>
          <a:schemeClr val="bg1"/>
        </a:solidFill>
        <a:effectLst/>
      </p:bgPr>
    </p:bg>
    <p:spTree>
      <p:nvGrpSpPr>
        <p:cNvPr id="1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FCD0B12C-E1C7-4804-B6FE-E88E3B77C8B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0" y="-1"/>
            <a:ext cx="13716000" cy="1483836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E48774D5-0052-D733-4365-F0F938FF920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026000" y="1012825"/>
            <a:ext cx="11664000" cy="11447588"/>
          </a:xfrm>
          <a:prstGeom prst="roundRect">
            <a:avLst>
              <a:gd name="adj" fmla="val 1637"/>
            </a:avLst>
          </a:prstGeom>
          <a:solidFill>
            <a:schemeClr val="accent4"/>
          </a:solidFill>
        </p:spPr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330270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espiro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áfico 6">
            <a:extLst>
              <a:ext uri="{FF2B5EF4-FFF2-40B4-BE49-F238E27FC236}">
                <a16:creationId xmlns:a16="http://schemas.microsoft.com/office/drawing/2014/main" id="{48EDB3CD-55D7-09C3-ED1F-9C459035E2EC}"/>
              </a:ext>
            </a:extLst>
          </p:cNvPr>
          <p:cNvPicPr/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128"/>
          <a:stretch/>
        </p:blipFill>
        <p:spPr>
          <a:xfrm>
            <a:off x="0" y="0"/>
            <a:ext cx="13294800" cy="17146588"/>
          </a:xfrm>
          <a:prstGeom prst="rect">
            <a:avLst/>
          </a:prstGeom>
        </p:spPr>
      </p:pic>
      <p:sp>
        <p:nvSpPr>
          <p:cNvPr id="9" name="Retângulo 8">
            <a:extLst>
              <a:ext uri="{FF2B5EF4-FFF2-40B4-BE49-F238E27FC236}">
                <a16:creationId xmlns:a16="http://schemas.microsoft.com/office/drawing/2014/main" id="{564DDDBF-C42A-96A7-E6F0-E3192814321E}"/>
              </a:ext>
            </a:extLst>
          </p:cNvPr>
          <p:cNvSpPr/>
          <p:nvPr userDrawn="1"/>
        </p:nvSpPr>
        <p:spPr>
          <a:xfrm>
            <a:off x="0" y="0"/>
            <a:ext cx="13716000" cy="3532188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10" name="Gráfico 9">
            <a:extLst>
              <a:ext uri="{FF2B5EF4-FFF2-40B4-BE49-F238E27FC236}">
                <a16:creationId xmlns:a16="http://schemas.microsoft.com/office/drawing/2014/main" id="{D731EA39-41E3-2D31-5ED9-A43A4F84809C}"/>
              </a:ext>
            </a:extLst>
          </p:cNvPr>
          <p:cNvPicPr/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45528" y="1358363"/>
            <a:ext cx="4957200" cy="1273253"/>
          </a:xfrm>
          <a:prstGeom prst="rect">
            <a:avLst/>
          </a:prstGeom>
        </p:spPr>
      </p:pic>
      <p:sp>
        <p:nvSpPr>
          <p:cNvPr id="11" name="Retângulo 10">
            <a:extLst>
              <a:ext uri="{FF2B5EF4-FFF2-40B4-BE49-F238E27FC236}">
                <a16:creationId xmlns:a16="http://schemas.microsoft.com/office/drawing/2014/main" id="{0D8C4B91-4620-8D05-50A0-974E8D3E7E21}"/>
              </a:ext>
            </a:extLst>
          </p:cNvPr>
          <p:cNvSpPr/>
          <p:nvPr userDrawn="1"/>
        </p:nvSpPr>
        <p:spPr>
          <a:xfrm>
            <a:off x="9779000" y="12420600"/>
            <a:ext cx="3937000" cy="472598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09974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oogle Shape;7;p4">
            <a:extLst>
              <a:ext uri="{FF2B5EF4-FFF2-40B4-BE49-F238E27FC236}">
                <a16:creationId xmlns:a16="http://schemas.microsoft.com/office/drawing/2014/main" id="{96C146FA-258E-053D-D5D8-985CD6CE74FC}"/>
              </a:ext>
            </a:extLst>
          </p:cNvPr>
          <p:cNvPicPr preferRelativeResize="0"/>
          <p:nvPr userDrawn="1"/>
        </p:nvPicPr>
        <p:blipFill rotWithShape="1">
          <a:blip r:embed="rId9">
            <a:alphaModFix/>
          </a:blip>
          <a:srcRect/>
          <a:stretch/>
        </p:blipFill>
        <p:spPr>
          <a:xfrm>
            <a:off x="1026000" y="15341617"/>
            <a:ext cx="936625" cy="9366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0" name="Google Shape;8;p4">
            <a:extLst>
              <a:ext uri="{FF2B5EF4-FFF2-40B4-BE49-F238E27FC236}">
                <a16:creationId xmlns:a16="http://schemas.microsoft.com/office/drawing/2014/main" id="{B73710FE-20F1-A601-2B13-317F7DC9F1E3}"/>
              </a:ext>
            </a:extLst>
          </p:cNvPr>
          <p:cNvCxnSpPr>
            <a:cxnSpLocks/>
          </p:cNvCxnSpPr>
          <p:nvPr userDrawn="1"/>
        </p:nvCxnSpPr>
        <p:spPr>
          <a:xfrm>
            <a:off x="1026000" y="1026000"/>
            <a:ext cx="11664475" cy="0"/>
          </a:xfrm>
          <a:prstGeom prst="straightConnector1">
            <a:avLst/>
          </a:prstGeom>
          <a:noFill/>
          <a:ln w="3175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5" r:id="rId3"/>
    <p:sldLayoutId id="2147483656" r:id="rId4"/>
    <p:sldLayoutId id="2147483657" r:id="rId5"/>
    <p:sldLayoutId id="2147483659" r:id="rId6"/>
    <p:sldLayoutId id="2147483658" r:id="rId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638" userDrawn="1">
          <p15:clr>
            <a:srgbClr val="F26B43"/>
          </p15:clr>
        </p15:guide>
        <p15:guide id="3" pos="7994" userDrawn="1">
          <p15:clr>
            <a:srgbClr val="F26B43"/>
          </p15:clr>
        </p15:guide>
        <p15:guide id="4" orient="horz" pos="10254" userDrawn="1">
          <p15:clr>
            <a:srgbClr val="F26B43"/>
          </p15:clr>
        </p15:guide>
        <p15:guide id="5" orient="horz" pos="842" userDrawn="1">
          <p15:clr>
            <a:srgbClr val="F26B43"/>
          </p15:clr>
        </p15:guide>
        <p15:guide id="6" orient="horz" pos="9664" userDrawn="1">
          <p15:clr>
            <a:srgbClr val="F26B43"/>
          </p15:clr>
        </p15:guide>
        <p15:guide id="7" orient="horz" pos="2304" userDrawn="1">
          <p15:clr>
            <a:srgbClr val="F26B43"/>
          </p15:clr>
        </p15:guide>
        <p15:guide id="11" orient="horz" pos="2792" userDrawn="1">
          <p15:clr>
            <a:srgbClr val="F26B43"/>
          </p15:clr>
        </p15:guide>
        <p15:guide id="12" orient="horz" pos="9256" userDrawn="1">
          <p15:clr>
            <a:srgbClr val="F26B43"/>
          </p15:clr>
        </p15:guide>
        <p15:guide id="13" orient="horz" pos="8621" userDrawn="1">
          <p15:clr>
            <a:srgbClr val="F26B43"/>
          </p15:clr>
        </p15:guide>
        <p15:guide id="16" pos="646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sv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sv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">
          <a:extLst>
            <a:ext uri="{FF2B5EF4-FFF2-40B4-BE49-F238E27FC236}">
              <a16:creationId xmlns:a16="http://schemas.microsoft.com/office/drawing/2014/main" id="{09789CF7-25B1-77DE-C33A-4020B14B61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24;g337081b69cc_0_7">
            <a:extLst>
              <a:ext uri="{FF2B5EF4-FFF2-40B4-BE49-F238E27FC236}">
                <a16:creationId xmlns:a16="http://schemas.microsoft.com/office/drawing/2014/main" id="{EDACC6AA-B4DE-DC74-827D-703491CFB674}"/>
              </a:ext>
            </a:extLst>
          </p:cNvPr>
          <p:cNvSpPr txBox="1"/>
          <p:nvPr/>
        </p:nvSpPr>
        <p:spPr>
          <a:xfrm>
            <a:off x="1026000" y="1257854"/>
            <a:ext cx="11664000" cy="4701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3000" cap="all" spc="240" dirty="0">
                <a:solidFill>
                  <a:schemeClr val="dk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rPr>
              <a:t>Editoria</a:t>
            </a:r>
            <a:endParaRPr lang="pt-BR" sz="3000" cap="all" spc="240" dirty="0"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3" name="Google Shape;23;g337081b69cc_0_7">
            <a:extLst>
              <a:ext uri="{FF2B5EF4-FFF2-40B4-BE49-F238E27FC236}">
                <a16:creationId xmlns:a16="http://schemas.microsoft.com/office/drawing/2014/main" id="{5F9560A5-B149-B3CA-B53B-A77C0014ADC0}"/>
              </a:ext>
            </a:extLst>
          </p:cNvPr>
          <p:cNvSpPr txBox="1"/>
          <p:nvPr/>
        </p:nvSpPr>
        <p:spPr>
          <a:xfrm>
            <a:off x="1026000" y="3400753"/>
            <a:ext cx="12059078" cy="44319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9600" cap="all" spc="400" dirty="0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Título médio com ou sem </a:t>
            </a:r>
            <a:r>
              <a:rPr lang="pt-BR" sz="9600" i="1" cap="all" spc="400" dirty="0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Ênfase</a:t>
            </a:r>
            <a:endParaRPr lang="pt-BR" sz="2400" cap="all" spc="400" dirty="0"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</p:spTree>
    <p:extLst>
      <p:ext uri="{BB962C8B-B14F-4D97-AF65-F5344CB8AC3E}">
        <p14:creationId xmlns:p14="http://schemas.microsoft.com/office/powerpoint/2010/main" val="5776942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">
          <a:extLst>
            <a:ext uri="{FF2B5EF4-FFF2-40B4-BE49-F238E27FC236}">
              <a16:creationId xmlns:a16="http://schemas.microsoft.com/office/drawing/2014/main" id="{2527B595-66DA-1FB8-5EE7-07D50ABFBF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24;g337081b69cc_0_7">
            <a:extLst>
              <a:ext uri="{FF2B5EF4-FFF2-40B4-BE49-F238E27FC236}">
                <a16:creationId xmlns:a16="http://schemas.microsoft.com/office/drawing/2014/main" id="{428639FD-223E-B05C-EC16-4892F4927E30}"/>
              </a:ext>
            </a:extLst>
          </p:cNvPr>
          <p:cNvSpPr txBox="1"/>
          <p:nvPr/>
        </p:nvSpPr>
        <p:spPr>
          <a:xfrm>
            <a:off x="1026000" y="1257854"/>
            <a:ext cx="11664000" cy="4701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3000" cap="all" spc="240" dirty="0">
                <a:solidFill>
                  <a:schemeClr val="dk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rPr>
              <a:t>Editoria</a:t>
            </a:r>
            <a:endParaRPr lang="pt-BR" sz="3000" cap="all" spc="240" dirty="0"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9" name="Google Shape;24;g337081b69cc_0_7">
            <a:extLst>
              <a:ext uri="{FF2B5EF4-FFF2-40B4-BE49-F238E27FC236}">
                <a16:creationId xmlns:a16="http://schemas.microsoft.com/office/drawing/2014/main" id="{E2F1E9ED-F3FF-BE0F-B32F-66C2C92BAF69}"/>
              </a:ext>
            </a:extLst>
          </p:cNvPr>
          <p:cNvSpPr txBox="1"/>
          <p:nvPr/>
        </p:nvSpPr>
        <p:spPr>
          <a:xfrm>
            <a:off x="8482995" y="15365276"/>
            <a:ext cx="4207005" cy="912966"/>
          </a:xfrm>
          <a:prstGeom prst="roundRect">
            <a:avLst/>
          </a:prstGeom>
          <a:solidFill>
            <a:schemeClr val="bg1"/>
          </a:solidFill>
          <a:ln w="31750">
            <a:solidFill>
              <a:schemeClr val="tx1"/>
            </a:solidFill>
          </a:ln>
        </p:spPr>
        <p:txBody>
          <a:bodyPr spcFirstLastPara="1" wrap="none" lIns="432000" tIns="180000" rIns="432000" bIns="180000" anchor="ctr" anchorCtr="0">
            <a:spAutoFit/>
          </a:bodyPr>
          <a:lstStyle/>
          <a:p>
            <a:pPr algn="r"/>
            <a:r>
              <a:rPr lang="en-US" sz="3000" cap="all" spc="240" dirty="0">
                <a:solidFill>
                  <a:schemeClr val="dk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rPr>
              <a:t>cta opcional</a:t>
            </a:r>
            <a:endParaRPr lang="pt-BR" sz="3000" cap="all" spc="240" dirty="0"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3" name="Google Shape;23;g337081b69cc_0_7">
            <a:extLst>
              <a:ext uri="{FF2B5EF4-FFF2-40B4-BE49-F238E27FC236}">
                <a16:creationId xmlns:a16="http://schemas.microsoft.com/office/drawing/2014/main" id="{D74AEAE2-20DE-7895-A057-4FB77B1870C6}"/>
              </a:ext>
            </a:extLst>
          </p:cNvPr>
          <p:cNvSpPr txBox="1"/>
          <p:nvPr/>
        </p:nvSpPr>
        <p:spPr>
          <a:xfrm>
            <a:off x="1026000" y="3400753"/>
            <a:ext cx="12059078" cy="44319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9600" cap="all" spc="400" dirty="0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Título médio com ou sem </a:t>
            </a:r>
            <a:r>
              <a:rPr lang="pt-BR" sz="9600" i="1" cap="all" spc="400" dirty="0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Ênfase</a:t>
            </a:r>
            <a:endParaRPr lang="pt-BR" sz="2400" cap="all" spc="400" dirty="0"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</p:spTree>
    <p:extLst>
      <p:ext uri="{BB962C8B-B14F-4D97-AF65-F5344CB8AC3E}">
        <p14:creationId xmlns:p14="http://schemas.microsoft.com/office/powerpoint/2010/main" val="4884531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">
          <a:extLst>
            <a:ext uri="{FF2B5EF4-FFF2-40B4-BE49-F238E27FC236}">
              <a16:creationId xmlns:a16="http://schemas.microsoft.com/office/drawing/2014/main" id="{7F67E50C-2834-6DDC-19B1-F11DBF7065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23;g337081b69cc_0_7">
            <a:extLst>
              <a:ext uri="{FF2B5EF4-FFF2-40B4-BE49-F238E27FC236}">
                <a16:creationId xmlns:a16="http://schemas.microsoft.com/office/drawing/2014/main" id="{3A8CD0CB-C098-A30F-2F72-BF7D4D3F9249}"/>
              </a:ext>
            </a:extLst>
          </p:cNvPr>
          <p:cNvSpPr txBox="1"/>
          <p:nvPr/>
        </p:nvSpPr>
        <p:spPr>
          <a:xfrm>
            <a:off x="1025525" y="3429899"/>
            <a:ext cx="11664000" cy="51090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ts val="19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7800" cap="all" spc="400" dirty="0">
                <a:solidFill>
                  <a:schemeClr val="dk1"/>
                </a:solidFill>
                <a:latin typeface="Red Hat Display Light" panose="02010303040201060303" pitchFamily="2" charset="0"/>
                <a:ea typeface="Red Hat Display"/>
                <a:cs typeface="Red Hat Display"/>
                <a:sym typeface="Red Hat Display"/>
              </a:rPr>
              <a:t>título curto</a:t>
            </a:r>
          </a:p>
        </p:txBody>
      </p:sp>
      <p:sp>
        <p:nvSpPr>
          <p:cNvPr id="6" name="Google Shape;24;g337081b69cc_0_7">
            <a:extLst>
              <a:ext uri="{FF2B5EF4-FFF2-40B4-BE49-F238E27FC236}">
                <a16:creationId xmlns:a16="http://schemas.microsoft.com/office/drawing/2014/main" id="{25F7D6AE-90D5-18C2-4E57-E0E19C0DC65A}"/>
              </a:ext>
            </a:extLst>
          </p:cNvPr>
          <p:cNvSpPr txBox="1"/>
          <p:nvPr/>
        </p:nvSpPr>
        <p:spPr>
          <a:xfrm>
            <a:off x="1026000" y="1257854"/>
            <a:ext cx="11664000" cy="4701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3000" cap="all" spc="240" dirty="0">
                <a:solidFill>
                  <a:schemeClr val="dk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rPr>
              <a:t>Editoria</a:t>
            </a:r>
            <a:endParaRPr lang="pt-BR" sz="3000" cap="all" spc="240" dirty="0"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</p:spTree>
    <p:extLst>
      <p:ext uri="{BB962C8B-B14F-4D97-AF65-F5344CB8AC3E}">
        <p14:creationId xmlns:p14="http://schemas.microsoft.com/office/powerpoint/2010/main" val="23346796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">
          <a:extLst>
            <a:ext uri="{FF2B5EF4-FFF2-40B4-BE49-F238E27FC236}">
              <a16:creationId xmlns:a16="http://schemas.microsoft.com/office/drawing/2014/main" id="{8FB64FB3-D034-2A51-DECD-CCBA334DB3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23;g337081b69cc_0_7">
            <a:extLst>
              <a:ext uri="{FF2B5EF4-FFF2-40B4-BE49-F238E27FC236}">
                <a16:creationId xmlns:a16="http://schemas.microsoft.com/office/drawing/2014/main" id="{180174C0-EDFD-6D3B-A4AA-A941DDE4DD2F}"/>
              </a:ext>
            </a:extLst>
          </p:cNvPr>
          <p:cNvSpPr txBox="1"/>
          <p:nvPr/>
        </p:nvSpPr>
        <p:spPr>
          <a:xfrm>
            <a:off x="1025525" y="3429899"/>
            <a:ext cx="11664000" cy="51090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ts val="19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7800" cap="all" spc="400" dirty="0">
                <a:solidFill>
                  <a:schemeClr val="dk1"/>
                </a:solidFill>
                <a:latin typeface="Red Hat Display Light" panose="02010303040201060303" pitchFamily="2" charset="0"/>
                <a:ea typeface="Red Hat Display"/>
                <a:cs typeface="Red Hat Display"/>
                <a:sym typeface="Red Hat Display"/>
              </a:rPr>
              <a:t>título curto</a:t>
            </a:r>
          </a:p>
        </p:txBody>
      </p:sp>
      <p:sp>
        <p:nvSpPr>
          <p:cNvPr id="6" name="Google Shape;24;g337081b69cc_0_7">
            <a:extLst>
              <a:ext uri="{FF2B5EF4-FFF2-40B4-BE49-F238E27FC236}">
                <a16:creationId xmlns:a16="http://schemas.microsoft.com/office/drawing/2014/main" id="{54616A49-D23F-FE89-EF8C-FC2D1276D0EC}"/>
              </a:ext>
            </a:extLst>
          </p:cNvPr>
          <p:cNvSpPr txBox="1"/>
          <p:nvPr/>
        </p:nvSpPr>
        <p:spPr>
          <a:xfrm>
            <a:off x="1026000" y="1257854"/>
            <a:ext cx="11664000" cy="4701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3000" cap="all" spc="240" dirty="0">
                <a:solidFill>
                  <a:schemeClr val="dk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rPr>
              <a:t>Editoria</a:t>
            </a:r>
            <a:endParaRPr lang="pt-BR" sz="3000" cap="all" spc="240" dirty="0"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8" name="Google Shape;24;g337081b69cc_0_7">
            <a:extLst>
              <a:ext uri="{FF2B5EF4-FFF2-40B4-BE49-F238E27FC236}">
                <a16:creationId xmlns:a16="http://schemas.microsoft.com/office/drawing/2014/main" id="{6CAF280E-D1F3-7A00-0203-7CFD5CCC6368}"/>
              </a:ext>
            </a:extLst>
          </p:cNvPr>
          <p:cNvSpPr txBox="1"/>
          <p:nvPr/>
        </p:nvSpPr>
        <p:spPr>
          <a:xfrm>
            <a:off x="8482995" y="15365276"/>
            <a:ext cx="4207005" cy="912966"/>
          </a:xfrm>
          <a:prstGeom prst="roundRect">
            <a:avLst/>
          </a:prstGeom>
          <a:solidFill>
            <a:schemeClr val="bg1"/>
          </a:solidFill>
          <a:ln w="31750">
            <a:solidFill>
              <a:schemeClr val="tx1"/>
            </a:solidFill>
          </a:ln>
        </p:spPr>
        <p:txBody>
          <a:bodyPr spcFirstLastPara="1" wrap="none" lIns="432000" tIns="180000" rIns="432000" bIns="180000" anchor="ctr" anchorCtr="0">
            <a:spAutoFit/>
          </a:bodyPr>
          <a:lstStyle/>
          <a:p>
            <a:pPr algn="r"/>
            <a:r>
              <a:rPr lang="en-US" sz="3000" cap="all" spc="240" dirty="0">
                <a:solidFill>
                  <a:schemeClr val="dk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rPr>
              <a:t>cta opcional</a:t>
            </a:r>
            <a:endParaRPr lang="pt-BR" sz="3000" cap="all" spc="240" dirty="0"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</p:spTree>
    <p:extLst>
      <p:ext uri="{BB962C8B-B14F-4D97-AF65-F5344CB8AC3E}">
        <p14:creationId xmlns:p14="http://schemas.microsoft.com/office/powerpoint/2010/main" val="1257488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">
          <a:extLst>
            <a:ext uri="{FF2B5EF4-FFF2-40B4-BE49-F238E27FC236}">
              <a16:creationId xmlns:a16="http://schemas.microsoft.com/office/drawing/2014/main" id="{3549118B-97C9-CCC8-FDF4-D6999204CF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23;g337081b69cc_0_7">
            <a:extLst>
              <a:ext uri="{FF2B5EF4-FFF2-40B4-BE49-F238E27FC236}">
                <a16:creationId xmlns:a16="http://schemas.microsoft.com/office/drawing/2014/main" id="{3ED3DA9F-3093-730F-5607-E16B1D12E0A0}"/>
              </a:ext>
            </a:extLst>
          </p:cNvPr>
          <p:cNvSpPr txBox="1"/>
          <p:nvPr/>
        </p:nvSpPr>
        <p:spPr>
          <a:xfrm>
            <a:off x="1026000" y="3490823"/>
            <a:ext cx="11664000" cy="39395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6400" cap="all" spc="400" dirty="0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Título longo Lorem ipsum dolor sit amet, conseCtetur adipiscin elit semper</a:t>
            </a:r>
          </a:p>
        </p:txBody>
      </p:sp>
      <p:sp>
        <p:nvSpPr>
          <p:cNvPr id="5" name="Google Shape;24;g337081b69cc_0_7">
            <a:extLst>
              <a:ext uri="{FF2B5EF4-FFF2-40B4-BE49-F238E27FC236}">
                <a16:creationId xmlns:a16="http://schemas.microsoft.com/office/drawing/2014/main" id="{0B508716-796C-EE87-EA20-B20C1532B822}"/>
              </a:ext>
            </a:extLst>
          </p:cNvPr>
          <p:cNvSpPr txBox="1"/>
          <p:nvPr/>
        </p:nvSpPr>
        <p:spPr>
          <a:xfrm>
            <a:off x="1026000" y="1257854"/>
            <a:ext cx="11664000" cy="4701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3000" cap="all" spc="240" dirty="0">
                <a:solidFill>
                  <a:schemeClr val="dk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rPr>
              <a:t>Editoria</a:t>
            </a:r>
            <a:endParaRPr lang="pt-BR" sz="3000" cap="all" spc="240" dirty="0"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</p:spTree>
    <p:extLst>
      <p:ext uri="{BB962C8B-B14F-4D97-AF65-F5344CB8AC3E}">
        <p14:creationId xmlns:p14="http://schemas.microsoft.com/office/powerpoint/2010/main" val="2822701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">
          <a:extLst>
            <a:ext uri="{FF2B5EF4-FFF2-40B4-BE49-F238E27FC236}">
              <a16:creationId xmlns:a16="http://schemas.microsoft.com/office/drawing/2014/main" id="{A790AA9A-90BC-84E0-3554-EE44DBEBF9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23;g337081b69cc_0_7">
            <a:extLst>
              <a:ext uri="{FF2B5EF4-FFF2-40B4-BE49-F238E27FC236}">
                <a16:creationId xmlns:a16="http://schemas.microsoft.com/office/drawing/2014/main" id="{9BF509AA-B22F-22B2-1C23-196FF1141990}"/>
              </a:ext>
            </a:extLst>
          </p:cNvPr>
          <p:cNvSpPr txBox="1"/>
          <p:nvPr/>
        </p:nvSpPr>
        <p:spPr>
          <a:xfrm>
            <a:off x="1026000" y="3490823"/>
            <a:ext cx="11664000" cy="39395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6400" cap="all" spc="400" dirty="0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Título longo Lorem ipsum dolor sit amet, conseCtetur adipiscin elit semper</a:t>
            </a:r>
          </a:p>
        </p:txBody>
      </p:sp>
      <p:sp>
        <p:nvSpPr>
          <p:cNvPr id="5" name="Google Shape;24;g337081b69cc_0_7">
            <a:extLst>
              <a:ext uri="{FF2B5EF4-FFF2-40B4-BE49-F238E27FC236}">
                <a16:creationId xmlns:a16="http://schemas.microsoft.com/office/drawing/2014/main" id="{19641F93-67D9-812C-018B-88E1EBFD87DE}"/>
              </a:ext>
            </a:extLst>
          </p:cNvPr>
          <p:cNvSpPr txBox="1"/>
          <p:nvPr/>
        </p:nvSpPr>
        <p:spPr>
          <a:xfrm>
            <a:off x="1026000" y="1257854"/>
            <a:ext cx="11664000" cy="4701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3000" cap="all" spc="240" dirty="0">
                <a:solidFill>
                  <a:schemeClr val="dk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rPr>
              <a:t>Editoria</a:t>
            </a:r>
            <a:endParaRPr lang="pt-BR" sz="3000" cap="all" spc="240" dirty="0"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6" name="Google Shape;24;g337081b69cc_0_7">
            <a:extLst>
              <a:ext uri="{FF2B5EF4-FFF2-40B4-BE49-F238E27FC236}">
                <a16:creationId xmlns:a16="http://schemas.microsoft.com/office/drawing/2014/main" id="{A7793FD4-9DDE-88E3-F3DE-174CAD5E1F6E}"/>
              </a:ext>
            </a:extLst>
          </p:cNvPr>
          <p:cNvSpPr txBox="1"/>
          <p:nvPr/>
        </p:nvSpPr>
        <p:spPr>
          <a:xfrm>
            <a:off x="8482995" y="15365276"/>
            <a:ext cx="4207005" cy="912966"/>
          </a:xfrm>
          <a:prstGeom prst="roundRect">
            <a:avLst/>
          </a:prstGeom>
          <a:solidFill>
            <a:schemeClr val="bg1"/>
          </a:solidFill>
          <a:ln w="31750">
            <a:solidFill>
              <a:schemeClr val="tx1"/>
            </a:solidFill>
          </a:ln>
        </p:spPr>
        <p:txBody>
          <a:bodyPr spcFirstLastPara="1" wrap="none" lIns="432000" tIns="180000" rIns="432000" bIns="180000" anchor="ctr" anchorCtr="0">
            <a:spAutoFit/>
          </a:bodyPr>
          <a:lstStyle/>
          <a:p>
            <a:pPr algn="r"/>
            <a:r>
              <a:rPr lang="en-US" sz="3000" cap="all" spc="240" dirty="0">
                <a:solidFill>
                  <a:schemeClr val="dk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rPr>
              <a:t>cta opcional</a:t>
            </a:r>
            <a:endParaRPr lang="pt-BR" sz="3000" cap="all" spc="240" dirty="0"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</p:spTree>
    <p:extLst>
      <p:ext uri="{BB962C8B-B14F-4D97-AF65-F5344CB8AC3E}">
        <p14:creationId xmlns:p14="http://schemas.microsoft.com/office/powerpoint/2010/main" val="19808674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">
          <a:extLst>
            <a:ext uri="{FF2B5EF4-FFF2-40B4-BE49-F238E27FC236}">
              <a16:creationId xmlns:a16="http://schemas.microsoft.com/office/drawing/2014/main" id="{570966D1-B4A1-02FD-EC00-9C8CEE9B18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DeTexto 5">
            <a:extLst>
              <a:ext uri="{FF2B5EF4-FFF2-40B4-BE49-F238E27FC236}">
                <a16:creationId xmlns:a16="http://schemas.microsoft.com/office/drawing/2014/main" id="{9A634EAF-DC36-E4D4-BAD2-24CAA6B5DA6C}"/>
              </a:ext>
            </a:extLst>
          </p:cNvPr>
          <p:cNvSpPr txBox="1"/>
          <p:nvPr/>
        </p:nvSpPr>
        <p:spPr>
          <a:xfrm>
            <a:off x="1026000" y="3566160"/>
            <a:ext cx="11664000" cy="5734583"/>
          </a:xfrm>
          <a:prstGeom prst="rect">
            <a:avLst/>
          </a:prstGeom>
          <a:noFill/>
        </p:spPr>
        <p:txBody>
          <a:bodyPr wrap="square" lIns="0" tIns="0" rIns="432000" bIns="0" rtlCol="0">
            <a:spAutoFit/>
          </a:bodyPr>
          <a:lstStyle/>
          <a:p>
            <a:pPr>
              <a:lnSpc>
                <a:spcPts val="4500"/>
              </a:lnSpc>
            </a:pPr>
            <a:r>
              <a:rPr lang="en-US" sz="3600" cap="all" spc="200" dirty="0" err="1">
                <a:solidFill>
                  <a:schemeClr val="dk1"/>
                </a:solidFill>
                <a:highlight>
                  <a:schemeClr val="accent3"/>
                </a:highlight>
                <a:latin typeface="Red Hat Display ExtraBold" panose="02010303040201060303" pitchFamily="2" charset="0"/>
                <a:ea typeface="Red Hat Display"/>
                <a:cs typeface="Red Hat Display"/>
                <a:sym typeface="Red Hat Display Medium"/>
              </a:rPr>
              <a:t>Subtítulo</a:t>
            </a:r>
            <a:endParaRPr lang="en-US" sz="3600" cap="all" spc="240" dirty="0">
              <a:solidFill>
                <a:schemeClr val="dk1"/>
              </a:solidFill>
              <a:highlight>
                <a:schemeClr val="accent3"/>
              </a:highlight>
              <a:latin typeface="Red Hat Display ExtraBold" panose="02010303040201060303" pitchFamily="2" charset="0"/>
              <a:ea typeface="Red Hat Display"/>
              <a:cs typeface="Red Hat Display"/>
              <a:sym typeface="Red Hat Display Medium"/>
            </a:endParaRPr>
          </a:p>
          <a:p>
            <a:pPr>
              <a:lnSpc>
                <a:spcPts val="4500"/>
              </a:lnSpc>
            </a:pPr>
            <a:endParaRPr lang="pt-BR" sz="3000" b="0" i="0" spc="200" dirty="0">
              <a:solidFill>
                <a:schemeClr val="tx1"/>
              </a:solidFill>
              <a:effectLst/>
              <a:latin typeface="Red Hat Display" panose="02010303040201060303" pitchFamily="2" charset="0"/>
            </a:endParaRPr>
          </a:p>
          <a:p>
            <a:pPr>
              <a:lnSpc>
                <a:spcPts val="6000"/>
              </a:lnSpc>
            </a:pPr>
            <a:r>
              <a:rPr lang="pt-BR" sz="4400" spc="100" dirty="0">
                <a:solidFill>
                  <a:schemeClr val="tx1"/>
                </a:solidFill>
                <a:latin typeface="Red Hat Display" panose="02010303040201060303" pitchFamily="2" charset="0"/>
              </a:rPr>
              <a:t>Massa de texto l</a:t>
            </a:r>
            <a:r>
              <a:rPr lang="pt-BR" sz="4400" b="0" i="0" spc="100" dirty="0">
                <a:solidFill>
                  <a:schemeClr val="tx1"/>
                </a:solidFill>
                <a:effectLst/>
                <a:latin typeface="Red Hat Display" panose="02010303040201060303" pitchFamily="2" charset="0"/>
              </a:rPr>
              <a:t>orem ipsum dolor sit amet, consectetur adipiscing elit. Maecenas </a:t>
            </a:r>
            <a:r>
              <a:rPr lang="pt-BR" sz="4400" b="0" i="0" spc="100" dirty="0">
                <a:solidFill>
                  <a:schemeClr val="tx1"/>
                </a:solidFill>
                <a:effectLst/>
                <a:latin typeface="Red Hat Display ExtraBold" panose="02010303040201060303" pitchFamily="2" charset="0"/>
              </a:rPr>
              <a:t>destaque de trecho</a:t>
            </a:r>
            <a:r>
              <a:rPr lang="pt-BR" sz="4400" b="0" i="0" spc="100" dirty="0">
                <a:solidFill>
                  <a:schemeClr val="tx1"/>
                </a:solidFill>
                <a:effectLst/>
                <a:latin typeface="Red Hat Display" panose="02010303040201060303" pitchFamily="2" charset="0"/>
              </a:rPr>
              <a:t> elit et ipsum finibus, eget fermentum sapien rutrum. Maecenas metus massa, pulvinar in malesuada eu, aliquet nec elit. </a:t>
            </a:r>
            <a:endParaRPr lang="pt-BR" sz="4400" spc="100" dirty="0">
              <a:solidFill>
                <a:schemeClr val="tx1"/>
              </a:solidFill>
              <a:latin typeface="Red Hat Display" panose="02010303040201060303" pitchFamily="2" charset="0"/>
            </a:endParaRPr>
          </a:p>
        </p:txBody>
      </p:sp>
      <p:sp>
        <p:nvSpPr>
          <p:cNvPr id="2" name="Google Shape;24;g337081b69cc_0_7">
            <a:extLst>
              <a:ext uri="{FF2B5EF4-FFF2-40B4-BE49-F238E27FC236}">
                <a16:creationId xmlns:a16="http://schemas.microsoft.com/office/drawing/2014/main" id="{B72FE2A9-1EA3-5EB6-889B-68A33A7CC3D3}"/>
              </a:ext>
            </a:extLst>
          </p:cNvPr>
          <p:cNvSpPr txBox="1"/>
          <p:nvPr/>
        </p:nvSpPr>
        <p:spPr>
          <a:xfrm>
            <a:off x="1026000" y="1257854"/>
            <a:ext cx="11664000" cy="4701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3000" cap="all" spc="240" dirty="0">
                <a:solidFill>
                  <a:schemeClr val="dk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rPr>
              <a:t>Editoria</a:t>
            </a:r>
            <a:endParaRPr lang="pt-BR" sz="3000" cap="all" spc="240" dirty="0"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</p:spTree>
    <p:extLst>
      <p:ext uri="{BB962C8B-B14F-4D97-AF65-F5344CB8AC3E}">
        <p14:creationId xmlns:p14="http://schemas.microsoft.com/office/powerpoint/2010/main" val="8604987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">
          <a:extLst>
            <a:ext uri="{FF2B5EF4-FFF2-40B4-BE49-F238E27FC236}">
              <a16:creationId xmlns:a16="http://schemas.microsoft.com/office/drawing/2014/main" id="{6532B1E0-44DA-964B-F8A1-5E8FF9F024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24;g337081b69cc_0_7">
            <a:extLst>
              <a:ext uri="{FF2B5EF4-FFF2-40B4-BE49-F238E27FC236}">
                <a16:creationId xmlns:a16="http://schemas.microsoft.com/office/drawing/2014/main" id="{78C55A7A-2833-7C95-2652-56C0B339C0E8}"/>
              </a:ext>
            </a:extLst>
          </p:cNvPr>
          <p:cNvSpPr txBox="1"/>
          <p:nvPr/>
        </p:nvSpPr>
        <p:spPr>
          <a:xfrm>
            <a:off x="1026000" y="1257854"/>
            <a:ext cx="11664000" cy="4701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3000" cap="all" spc="240" dirty="0">
                <a:solidFill>
                  <a:schemeClr val="dk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rPr>
              <a:t>Editoria</a:t>
            </a:r>
            <a:endParaRPr lang="pt-BR" sz="3000" cap="all" spc="240" dirty="0"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40D7FC89-E038-1104-EC2B-98FEB965F8DE}"/>
              </a:ext>
            </a:extLst>
          </p:cNvPr>
          <p:cNvSpPr txBox="1"/>
          <p:nvPr/>
        </p:nvSpPr>
        <p:spPr>
          <a:xfrm>
            <a:off x="1026000" y="3566160"/>
            <a:ext cx="11664000" cy="5734583"/>
          </a:xfrm>
          <a:prstGeom prst="rect">
            <a:avLst/>
          </a:prstGeom>
          <a:noFill/>
        </p:spPr>
        <p:txBody>
          <a:bodyPr wrap="square" lIns="0" tIns="0" rIns="432000" bIns="0" rtlCol="0">
            <a:spAutoFit/>
          </a:bodyPr>
          <a:lstStyle/>
          <a:p>
            <a:pPr>
              <a:lnSpc>
                <a:spcPts val="4500"/>
              </a:lnSpc>
            </a:pPr>
            <a:r>
              <a:rPr lang="en-US" sz="3600" b="0" i="0" u="none" strike="noStrike" cap="all" spc="200" dirty="0">
                <a:solidFill>
                  <a:schemeClr val="dk1"/>
                </a:solidFill>
                <a:highlight>
                  <a:schemeClr val="lt1"/>
                </a:highlight>
                <a:latin typeface="Red Hat Display ExtraBold"/>
                <a:ea typeface="Red Hat Display ExtraBold"/>
                <a:cs typeface="Red Hat Display ExtraBold"/>
                <a:sym typeface="Red Hat Display ExtraBold"/>
              </a:rPr>
              <a:t>SUBTÍTULO</a:t>
            </a:r>
            <a:endParaRPr lang="en-US" sz="3600" cap="all" spc="200" dirty="0">
              <a:solidFill>
                <a:schemeClr val="dk1"/>
              </a:solidFill>
              <a:highlight>
                <a:schemeClr val="accent3"/>
              </a:highlight>
              <a:latin typeface="Red Hat Display ExtraBold" panose="02010303040201060303" pitchFamily="2" charset="0"/>
              <a:ea typeface="Red Hat Display"/>
              <a:cs typeface="Red Hat Display"/>
              <a:sym typeface="Red Hat Display Medium"/>
            </a:endParaRPr>
          </a:p>
          <a:p>
            <a:pPr>
              <a:lnSpc>
                <a:spcPts val="4500"/>
              </a:lnSpc>
            </a:pPr>
            <a:endParaRPr lang="pt-BR" sz="3000" b="0" i="0" spc="200" dirty="0">
              <a:solidFill>
                <a:schemeClr val="tx1"/>
              </a:solidFill>
              <a:effectLst/>
              <a:latin typeface="Red Hat Display" panose="02010303040201060303" pitchFamily="2" charset="0"/>
            </a:endParaRPr>
          </a:p>
          <a:p>
            <a:pPr>
              <a:lnSpc>
                <a:spcPts val="6000"/>
              </a:lnSpc>
            </a:pPr>
            <a:r>
              <a:rPr lang="pt-BR" sz="4400" spc="100" dirty="0">
                <a:solidFill>
                  <a:schemeClr val="tx1"/>
                </a:solidFill>
                <a:latin typeface="Red Hat Display" panose="02010303040201060303" pitchFamily="2" charset="0"/>
              </a:rPr>
              <a:t>Massa de texto l</a:t>
            </a:r>
            <a:r>
              <a:rPr lang="pt-BR" sz="4400" b="0" i="0" spc="100" dirty="0">
                <a:solidFill>
                  <a:schemeClr val="tx1"/>
                </a:solidFill>
                <a:effectLst/>
                <a:latin typeface="Red Hat Display" panose="02010303040201060303" pitchFamily="2" charset="0"/>
              </a:rPr>
              <a:t>orem ipsum dolor sit amet, consectetur adipiscing elit. Maecenas </a:t>
            </a:r>
            <a:r>
              <a:rPr lang="pt-BR" sz="4400" b="0" i="0" spc="100" dirty="0">
                <a:solidFill>
                  <a:schemeClr val="tx1"/>
                </a:solidFill>
                <a:effectLst/>
                <a:latin typeface="Red Hat Display ExtraBold" panose="02010303040201060303" pitchFamily="2" charset="0"/>
              </a:rPr>
              <a:t>destaque de trecho</a:t>
            </a:r>
            <a:r>
              <a:rPr lang="pt-BR" sz="4400" b="0" i="0" spc="100" dirty="0">
                <a:solidFill>
                  <a:schemeClr val="tx1"/>
                </a:solidFill>
                <a:effectLst/>
                <a:latin typeface="Red Hat Display" panose="02010303040201060303" pitchFamily="2" charset="0"/>
              </a:rPr>
              <a:t> elit et ipsum finibus, eget fermentum sapien rutrum. Maecenas metus massa, pulvinar in malesuada eu, aliquet nec elit. </a:t>
            </a:r>
            <a:endParaRPr lang="pt-BR" sz="4400" spc="100" dirty="0">
              <a:solidFill>
                <a:schemeClr val="tx1"/>
              </a:solidFill>
              <a:latin typeface="Red Hat Display" panose="02010303040201060303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170850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">
          <a:extLst>
            <a:ext uri="{FF2B5EF4-FFF2-40B4-BE49-F238E27FC236}">
              <a16:creationId xmlns:a16="http://schemas.microsoft.com/office/drawing/2014/main" id="{830738B0-B645-8F9E-89D4-4AFDB1E12A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ângulo 7">
            <a:extLst>
              <a:ext uri="{FF2B5EF4-FFF2-40B4-BE49-F238E27FC236}">
                <a16:creationId xmlns:a16="http://schemas.microsoft.com/office/drawing/2014/main" id="{325A621A-4ACA-DF7C-1B09-1CE029746CD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8398588"/>
            <a:ext cx="13716000" cy="874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210D6DCD-DACF-646A-2D86-643DD65AFC24}"/>
              </a:ext>
            </a:extLst>
          </p:cNvPr>
          <p:cNvSpPr txBox="1"/>
          <p:nvPr/>
        </p:nvSpPr>
        <p:spPr>
          <a:xfrm>
            <a:off x="1026001" y="8393152"/>
            <a:ext cx="11664000" cy="5731569"/>
          </a:xfrm>
          <a:prstGeom prst="rect">
            <a:avLst/>
          </a:prstGeom>
          <a:noFill/>
        </p:spPr>
        <p:txBody>
          <a:bodyPr wrap="square" lIns="0" tIns="0" rIns="432000" bIns="0" rtlCol="0">
            <a:spAutoFit/>
          </a:bodyPr>
          <a:lstStyle/>
          <a:p>
            <a:pPr>
              <a:lnSpc>
                <a:spcPts val="7200"/>
              </a:lnSpc>
            </a:pPr>
            <a:endParaRPr lang="pt-BR" sz="5400" b="0" i="0" spc="100" dirty="0">
              <a:solidFill>
                <a:schemeClr val="tx1"/>
              </a:solidFill>
              <a:effectLst/>
              <a:latin typeface="Red Hat Display" panose="02010303040201060303" pitchFamily="2" charset="0"/>
            </a:endParaRPr>
          </a:p>
          <a:p>
            <a:pPr>
              <a:lnSpc>
                <a:spcPts val="7200"/>
              </a:lnSpc>
            </a:pPr>
            <a:r>
              <a:rPr lang="pt-BR" sz="5400" spc="100" dirty="0">
                <a:solidFill>
                  <a:schemeClr val="tx1"/>
                </a:solidFill>
                <a:latin typeface="Red Hat Display" panose="02010303040201060303" pitchFamily="2" charset="0"/>
              </a:rPr>
              <a:t>Título de artigo l</a:t>
            </a:r>
            <a:r>
              <a:rPr lang="pt-BR" sz="5400" b="0" i="0" spc="100" dirty="0">
                <a:solidFill>
                  <a:schemeClr val="tx1"/>
                </a:solidFill>
                <a:effectLst/>
                <a:latin typeface="Red Hat Display" panose="02010303040201060303" pitchFamily="2" charset="0"/>
              </a:rPr>
              <a:t>orem ipsum dolor sit amet, consectetur </a:t>
            </a:r>
            <a:r>
              <a:rPr lang="pt-BR" sz="5400" b="0" i="0" spc="100" dirty="0" err="1">
                <a:solidFill>
                  <a:schemeClr val="tx1"/>
                </a:solidFill>
                <a:effectLst/>
                <a:latin typeface="Red Hat Display" panose="02010303040201060303" pitchFamily="2" charset="0"/>
              </a:rPr>
              <a:t>adipiscing</a:t>
            </a:r>
            <a:r>
              <a:rPr lang="pt-BR" sz="5400" b="0" i="0" spc="100" dirty="0">
                <a:solidFill>
                  <a:schemeClr val="tx1"/>
                </a:solidFill>
                <a:effectLst/>
                <a:latin typeface="Red Hat Display" panose="02010303040201060303" pitchFamily="2" charset="0"/>
              </a:rPr>
              <a:t> elit</a:t>
            </a:r>
          </a:p>
          <a:p>
            <a:pPr>
              <a:lnSpc>
                <a:spcPts val="4500"/>
              </a:lnSpc>
              <a:spcBef>
                <a:spcPts val="4500"/>
              </a:spcBef>
            </a:pPr>
            <a:r>
              <a:rPr lang="en-US" sz="3000" cap="all" spc="200" dirty="0">
                <a:solidFill>
                  <a:schemeClr val="tx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rPr>
              <a:t>SOBRENOME, N., SOBRENOME, N., 2025.</a:t>
            </a:r>
            <a:endParaRPr lang="pt-BR" sz="3000" cap="all" spc="200" dirty="0">
              <a:solidFill>
                <a:schemeClr val="tx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  <a:p>
            <a:pPr>
              <a:lnSpc>
                <a:spcPts val="7200"/>
              </a:lnSpc>
            </a:pPr>
            <a:endParaRPr lang="pt-BR" sz="5400" b="0" i="0" spc="100" dirty="0">
              <a:solidFill>
                <a:schemeClr val="tx1"/>
              </a:solidFill>
              <a:effectLst/>
              <a:latin typeface="Red Hat Display" panose="02010303040201060303" pitchFamily="2" charset="0"/>
            </a:endParaRPr>
          </a:p>
          <a:p>
            <a:pPr>
              <a:lnSpc>
                <a:spcPts val="7200"/>
              </a:lnSpc>
            </a:pPr>
            <a:endParaRPr lang="pt-BR" sz="5400" spc="100" dirty="0">
              <a:solidFill>
                <a:schemeClr val="tx1"/>
              </a:solidFill>
              <a:latin typeface="Red Hat Display" panose="02010303040201060303" pitchFamily="2" charset="0"/>
            </a:endParaRPr>
          </a:p>
        </p:txBody>
      </p:sp>
      <p:sp>
        <p:nvSpPr>
          <p:cNvPr id="2" name="Google Shape;23;g337081b69cc_0_7">
            <a:extLst>
              <a:ext uri="{FF2B5EF4-FFF2-40B4-BE49-F238E27FC236}">
                <a16:creationId xmlns:a16="http://schemas.microsoft.com/office/drawing/2014/main" id="{37D87663-D3AE-1ACD-66DD-D608A859C392}"/>
              </a:ext>
            </a:extLst>
          </p:cNvPr>
          <p:cNvSpPr txBox="1"/>
          <p:nvPr/>
        </p:nvSpPr>
        <p:spPr>
          <a:xfrm>
            <a:off x="876503" y="5480574"/>
            <a:ext cx="12754885" cy="2051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ts val="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8800" cap="all" spc="400" dirty="0">
                <a:solidFill>
                  <a:schemeClr val="dk1"/>
                </a:solidFill>
                <a:latin typeface="Red Hat Display Light" panose="02010303040201060303" pitchFamily="2" charset="0"/>
                <a:ea typeface="Red Hat Display"/>
                <a:cs typeface="Red Hat Display"/>
                <a:sym typeface="Red Hat Display"/>
              </a:rPr>
              <a:t>345</a:t>
            </a:r>
          </a:p>
        </p:txBody>
      </p:sp>
      <p:sp>
        <p:nvSpPr>
          <p:cNvPr id="3" name="Google Shape;24;g337081b69cc_0_7">
            <a:extLst>
              <a:ext uri="{FF2B5EF4-FFF2-40B4-BE49-F238E27FC236}">
                <a16:creationId xmlns:a16="http://schemas.microsoft.com/office/drawing/2014/main" id="{BAE88E34-69FD-A715-5E97-6B76E7C3E3D0}"/>
              </a:ext>
            </a:extLst>
          </p:cNvPr>
          <p:cNvSpPr txBox="1"/>
          <p:nvPr/>
        </p:nvSpPr>
        <p:spPr>
          <a:xfrm>
            <a:off x="1026000" y="7532418"/>
            <a:ext cx="11664000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3000" cap="all" spc="240" dirty="0">
                <a:solidFill>
                  <a:schemeClr val="dk1"/>
                </a:solidFill>
                <a:latin typeface="Red Hat Display ExtraBold" panose="02010303040201060303" pitchFamily="2" charset="0"/>
                <a:ea typeface="Red Hat Display Medium"/>
                <a:cs typeface="Red Hat Display Medium"/>
                <a:sym typeface="Red Hat Display Medium"/>
              </a:rPr>
              <a:t>legenda </a:t>
            </a:r>
            <a:r>
              <a:rPr lang="en-US" sz="3000" cap="all" spc="240" dirty="0" err="1">
                <a:solidFill>
                  <a:schemeClr val="dk1"/>
                </a:solidFill>
                <a:latin typeface="Red Hat Display ExtraBold" panose="02010303040201060303" pitchFamily="2" charset="0"/>
                <a:ea typeface="Red Hat Display Medium"/>
                <a:cs typeface="Red Hat Display Medium"/>
                <a:sym typeface="Red Hat Display Medium"/>
              </a:rPr>
              <a:t>referente</a:t>
            </a:r>
            <a:r>
              <a:rPr lang="en-US" sz="3000" cap="all" spc="240" dirty="0">
                <a:solidFill>
                  <a:schemeClr val="dk1"/>
                </a:solidFill>
                <a:latin typeface="Red Hat Display ExtraBold" panose="02010303040201060303" pitchFamily="2" charset="0"/>
                <a:ea typeface="Red Hat Display Medium"/>
                <a:cs typeface="Red Hat Display Medium"/>
                <a:sym typeface="Red Hat Display Medium"/>
              </a:rPr>
              <a:t> </a:t>
            </a:r>
            <a:r>
              <a:rPr lang="en-US" sz="3000" cap="all" spc="240" dirty="0" err="1">
                <a:solidFill>
                  <a:schemeClr val="dk1"/>
                </a:solidFill>
                <a:latin typeface="Red Hat Display ExtraBold" panose="02010303040201060303" pitchFamily="2" charset="0"/>
                <a:ea typeface="Red Hat Display Medium"/>
                <a:cs typeface="Red Hat Display Medium"/>
                <a:sym typeface="Red Hat Display Medium"/>
              </a:rPr>
              <a:t>ao</a:t>
            </a:r>
            <a:r>
              <a:rPr lang="en-US" sz="3000" cap="all" spc="240" dirty="0">
                <a:solidFill>
                  <a:schemeClr val="dk1"/>
                </a:solidFill>
                <a:latin typeface="Red Hat Display ExtraBold" panose="02010303040201060303" pitchFamily="2" charset="0"/>
                <a:ea typeface="Red Hat Display Medium"/>
                <a:cs typeface="Red Hat Display Medium"/>
                <a:sym typeface="Red Hat Display Medium"/>
              </a:rPr>
              <a:t> numeral</a:t>
            </a:r>
            <a:endParaRPr lang="pt-BR" sz="3000" cap="all" spc="240" dirty="0">
              <a:solidFill>
                <a:schemeClr val="dk1"/>
              </a:solidFill>
              <a:latin typeface="Red Hat Display ExtraBold" panose="02010303040201060303" pitchFamily="2" charset="0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7" name="Google Shape;24;g337081b69cc_0_7">
            <a:extLst>
              <a:ext uri="{FF2B5EF4-FFF2-40B4-BE49-F238E27FC236}">
                <a16:creationId xmlns:a16="http://schemas.microsoft.com/office/drawing/2014/main" id="{023BB779-E011-C3A0-DE7E-CC78A6C28B02}"/>
              </a:ext>
            </a:extLst>
          </p:cNvPr>
          <p:cNvSpPr txBox="1"/>
          <p:nvPr/>
        </p:nvSpPr>
        <p:spPr>
          <a:xfrm>
            <a:off x="1026000" y="1257854"/>
            <a:ext cx="11664000" cy="4701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3000" cap="all" spc="240" dirty="0">
                <a:solidFill>
                  <a:schemeClr val="dk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rPr>
              <a:t>dado </a:t>
            </a:r>
            <a:r>
              <a:rPr lang="en-US" sz="3000" cap="all" spc="240" dirty="0" err="1">
                <a:solidFill>
                  <a:schemeClr val="dk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rPr>
              <a:t>numérico</a:t>
            </a:r>
            <a:endParaRPr lang="pt-BR" sz="3000" cap="all" spc="240" dirty="0"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pic>
        <p:nvPicPr>
          <p:cNvPr id="9" name="Google Shape;7;p4">
            <a:extLst>
              <a:ext uri="{FF2B5EF4-FFF2-40B4-BE49-F238E27FC236}">
                <a16:creationId xmlns:a16="http://schemas.microsoft.com/office/drawing/2014/main" id="{6A718857-3D72-9191-6722-82974C6DB12C}"/>
              </a:ext>
            </a:extLst>
          </p:cNvPr>
          <p:cNvPicPr preferRelativeResize="0">
            <a:picLocks noGrp="1" noRot="1" noMove="1" noResize="1" noEditPoints="1" noAdjustHandles="1" noChangeArrowheads="1" noChangeShapeType="1" noCrop="1"/>
          </p:cNvPicPr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26000" y="15341617"/>
            <a:ext cx="936625" cy="93662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27984103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">
          <a:extLst>
            <a:ext uri="{FF2B5EF4-FFF2-40B4-BE49-F238E27FC236}">
              <a16:creationId xmlns:a16="http://schemas.microsoft.com/office/drawing/2014/main" id="{37A0E420-00B1-F05A-4615-4885904872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CaixaDeTexto 60">
            <a:extLst>
              <a:ext uri="{FF2B5EF4-FFF2-40B4-BE49-F238E27FC236}">
                <a16:creationId xmlns:a16="http://schemas.microsoft.com/office/drawing/2014/main" id="{C2F8240D-480C-383F-4D3A-03906F5D08C8}"/>
              </a:ext>
            </a:extLst>
          </p:cNvPr>
          <p:cNvSpPr txBox="1"/>
          <p:nvPr/>
        </p:nvSpPr>
        <p:spPr>
          <a:xfrm>
            <a:off x="2299855" y="14270182"/>
            <a:ext cx="18473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pt-BR" dirty="0"/>
          </a:p>
        </p:txBody>
      </p:sp>
      <p:graphicFrame>
        <p:nvGraphicFramePr>
          <p:cNvPr id="3" name="Tabela 2">
            <a:extLst>
              <a:ext uri="{FF2B5EF4-FFF2-40B4-BE49-F238E27FC236}">
                <a16:creationId xmlns:a16="http://schemas.microsoft.com/office/drawing/2014/main" id="{62B60C55-EC50-4017-D112-25D88B8B998A}"/>
              </a:ext>
            </a:extLst>
          </p:cNvPr>
          <p:cNvGraphicFramePr>
            <a:graphicFrameLocks noGrp="1"/>
          </p:cNvGraphicFramePr>
          <p:nvPr/>
        </p:nvGraphicFramePr>
        <p:xfrm>
          <a:off x="1026475" y="6225490"/>
          <a:ext cx="11663525" cy="8640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865929">
                  <a:extLst>
                    <a:ext uri="{9D8B030D-6E8A-4147-A177-3AD203B41FA5}">
                      <a16:colId xmlns:a16="http://schemas.microsoft.com/office/drawing/2014/main" val="3801684587"/>
                    </a:ext>
                  </a:extLst>
                </a:gridCol>
                <a:gridCol w="10797596">
                  <a:extLst>
                    <a:ext uri="{9D8B030D-6E8A-4147-A177-3AD203B41FA5}">
                      <a16:colId xmlns:a16="http://schemas.microsoft.com/office/drawing/2014/main" val="1428035371"/>
                    </a:ext>
                  </a:extLst>
                </a:gridCol>
              </a:tblGrid>
              <a:tr h="1440000">
                <a:tc>
                  <a:txBody>
                    <a:bodyPr/>
                    <a:lstStyle/>
                    <a:p>
                      <a:pPr marL="685800" marR="0" lvl="0" indent="-685800" algn="l" defTabSz="914400" rtl="0" eaLnBrk="1" fontAlgn="auto" latinLnBrk="0" hangingPunct="1">
                        <a:lnSpc>
                          <a:spcPts val="4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Tx/>
                        <a:buBlip>
                          <a:blip r:embed="rId3">
                            <a:extLst>
                              <a:ext uri="{96DAC541-7B7A-43D3-8B79-37D633B846F1}">
                                <asvg:svgBlip xmlns:asvg="http://schemas.microsoft.com/office/drawing/2016/SVG/main" r:embed="rId4"/>
                              </a:ext>
                            </a:extLst>
                          </a:blip>
                        </a:buBlip>
                        <a:tabLst/>
                        <a:defRPr/>
                      </a:pPr>
                      <a:r>
                        <a:rPr lang="pt-BR" sz="3000" spc="100" baseline="0" dirty="0">
                          <a:latin typeface="Red Hat Display" panose="02010303040201060303" pitchFamily="2" charset="0"/>
                        </a:rPr>
                        <a:t>‎ 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4200"/>
                        </a:lnSpc>
                      </a:pPr>
                      <a:r>
                        <a:rPr lang="pt-BR" sz="3000" cap="all" spc="200" baseline="0" dirty="0">
                          <a:latin typeface="Red Hat Display" panose="02010303040201060303" pitchFamily="2" charset="0"/>
                        </a:rPr>
                        <a:t>Nome Sobrenome</a:t>
                      </a:r>
                    </a:p>
                    <a:p>
                      <a:pPr>
                        <a:lnSpc>
                          <a:spcPts val="4200"/>
                        </a:lnSpc>
                      </a:pPr>
                      <a:r>
                        <a:rPr lang="pt-BR" sz="3000" spc="100" baseline="0" dirty="0">
                          <a:solidFill>
                            <a:schemeClr val="accent4"/>
                          </a:solidFill>
                          <a:latin typeface="Red Hat Display" panose="02010303040201060303" pitchFamily="2" charset="0"/>
                        </a:rPr>
                        <a:t>Afiliação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50360560"/>
                  </a:ext>
                </a:extLst>
              </a:tr>
              <a:tr h="1440000">
                <a:tc>
                  <a:txBody>
                    <a:bodyPr/>
                    <a:lstStyle/>
                    <a:p>
                      <a:pPr marL="685800" indent="-685800">
                        <a:lnSpc>
                          <a:spcPts val="4200"/>
                        </a:lnSpc>
                        <a:buFontTx/>
                        <a:buBlip>
                          <a:blip r:embed="rId3">
                            <a:extLst>
                              <a:ext uri="{96DAC541-7B7A-43D3-8B79-37D633B846F1}">
                                <asvg:svgBlip xmlns:asvg="http://schemas.microsoft.com/office/drawing/2016/SVG/main" r:embed="rId4"/>
                              </a:ext>
                            </a:extLst>
                          </a:blip>
                        </a:buBlip>
                      </a:pPr>
                      <a:r>
                        <a:rPr lang="pt-BR" sz="3000" spc="100" baseline="0" dirty="0">
                          <a:latin typeface="Red Hat Display" panose="02010303040201060303" pitchFamily="2" charset="0"/>
                        </a:rPr>
                        <a:t>‎ 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4200"/>
                        </a:lnSpc>
                      </a:pPr>
                      <a:r>
                        <a:rPr lang="pt-BR" sz="3000" cap="all" spc="200" baseline="0" dirty="0">
                          <a:latin typeface="Red Hat Display" panose="02010303040201060303" pitchFamily="2" charset="0"/>
                        </a:rPr>
                        <a:t>Nome Sobrenome</a:t>
                      </a:r>
                    </a:p>
                    <a:p>
                      <a:pPr>
                        <a:lnSpc>
                          <a:spcPts val="4200"/>
                        </a:lnSpc>
                      </a:pPr>
                      <a:r>
                        <a:rPr lang="pt-BR" sz="3000" spc="100" baseline="0" dirty="0">
                          <a:solidFill>
                            <a:schemeClr val="accent4"/>
                          </a:solidFill>
                          <a:latin typeface="Red Hat Display" panose="02010303040201060303" pitchFamily="2" charset="0"/>
                        </a:rPr>
                        <a:t>Afiliação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7842638"/>
                  </a:ext>
                </a:extLst>
              </a:tr>
              <a:tr h="1440000">
                <a:tc>
                  <a:txBody>
                    <a:bodyPr/>
                    <a:lstStyle/>
                    <a:p>
                      <a:pPr marL="685800" marR="0" lvl="0" indent="-685800" algn="l" defTabSz="914400" rtl="0" eaLnBrk="1" fontAlgn="auto" latinLnBrk="0" hangingPunct="1">
                        <a:lnSpc>
                          <a:spcPts val="4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Tx/>
                        <a:buBlip>
                          <a:blip r:embed="rId3">
                            <a:extLst>
                              <a:ext uri="{96DAC541-7B7A-43D3-8B79-37D633B846F1}">
                                <asvg:svgBlip xmlns:asvg="http://schemas.microsoft.com/office/drawing/2016/SVG/main" r:embed="rId4"/>
                              </a:ext>
                            </a:extLst>
                          </a:blip>
                        </a:buBlip>
                        <a:tabLst/>
                        <a:defRPr/>
                      </a:pPr>
                      <a:r>
                        <a:rPr lang="pt-BR" sz="3000" spc="100" baseline="0" dirty="0">
                          <a:latin typeface="Red Hat Display" panose="02010303040201060303" pitchFamily="2" charset="0"/>
                        </a:rPr>
                        <a:t>‎ 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4200"/>
                        </a:lnSpc>
                      </a:pPr>
                      <a:r>
                        <a:rPr lang="pt-BR" sz="3000" cap="all" spc="200" baseline="0" dirty="0">
                          <a:latin typeface="Red Hat Display" panose="02010303040201060303" pitchFamily="2" charset="0"/>
                        </a:rPr>
                        <a:t>Nome Sobrenome</a:t>
                      </a:r>
                    </a:p>
                    <a:p>
                      <a:pPr>
                        <a:lnSpc>
                          <a:spcPts val="4200"/>
                        </a:lnSpc>
                      </a:pPr>
                      <a:r>
                        <a:rPr lang="pt-BR" sz="3000" spc="100" baseline="0" dirty="0">
                          <a:solidFill>
                            <a:schemeClr val="accent4"/>
                          </a:solidFill>
                          <a:latin typeface="Red Hat Display" panose="02010303040201060303" pitchFamily="2" charset="0"/>
                        </a:rPr>
                        <a:t>Afiliação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07511782"/>
                  </a:ext>
                </a:extLst>
              </a:tr>
              <a:tr h="1440000">
                <a:tc>
                  <a:txBody>
                    <a:bodyPr/>
                    <a:lstStyle/>
                    <a:p>
                      <a:pPr marL="685800" indent="-685800">
                        <a:lnSpc>
                          <a:spcPts val="4200"/>
                        </a:lnSpc>
                        <a:buFontTx/>
                        <a:buBlip>
                          <a:blip r:embed="rId3">
                            <a:extLst>
                              <a:ext uri="{96DAC541-7B7A-43D3-8B79-37D633B846F1}">
                                <asvg:svgBlip xmlns:asvg="http://schemas.microsoft.com/office/drawing/2016/SVG/main" r:embed="rId4"/>
                              </a:ext>
                            </a:extLst>
                          </a:blip>
                        </a:buBlip>
                      </a:pPr>
                      <a:r>
                        <a:rPr lang="pt-BR" sz="3000" spc="100" baseline="0" dirty="0">
                          <a:latin typeface="Red Hat Display" panose="02010303040201060303" pitchFamily="2" charset="0"/>
                        </a:rPr>
                        <a:t>‎ 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4200"/>
                        </a:lnSpc>
                      </a:pPr>
                      <a:r>
                        <a:rPr lang="pt-BR" sz="3000" cap="all" spc="200" baseline="0" dirty="0">
                          <a:latin typeface="Red Hat Display" panose="02010303040201060303" pitchFamily="2" charset="0"/>
                        </a:rPr>
                        <a:t>Nome Sobrenome</a:t>
                      </a:r>
                    </a:p>
                    <a:p>
                      <a:pPr>
                        <a:lnSpc>
                          <a:spcPts val="4200"/>
                        </a:lnSpc>
                      </a:pPr>
                      <a:r>
                        <a:rPr lang="pt-BR" sz="3000" spc="100" baseline="0" dirty="0">
                          <a:solidFill>
                            <a:schemeClr val="accent4"/>
                          </a:solidFill>
                          <a:latin typeface="Red Hat Display" panose="02010303040201060303" pitchFamily="2" charset="0"/>
                        </a:rPr>
                        <a:t>Afiliação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37117391"/>
                  </a:ext>
                </a:extLst>
              </a:tr>
              <a:tr h="1440000">
                <a:tc>
                  <a:txBody>
                    <a:bodyPr/>
                    <a:lstStyle/>
                    <a:p>
                      <a:pPr marL="685800" marR="0" lvl="0" indent="-685800" algn="l" defTabSz="914400" rtl="0" eaLnBrk="1" fontAlgn="auto" latinLnBrk="0" hangingPunct="1">
                        <a:lnSpc>
                          <a:spcPts val="4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Tx/>
                        <a:buBlip>
                          <a:blip r:embed="rId3">
                            <a:extLst>
                              <a:ext uri="{96DAC541-7B7A-43D3-8B79-37D633B846F1}">
                                <asvg:svgBlip xmlns:asvg="http://schemas.microsoft.com/office/drawing/2016/SVG/main" r:embed="rId4"/>
                              </a:ext>
                            </a:extLst>
                          </a:blip>
                        </a:buBlip>
                        <a:tabLst/>
                        <a:defRPr/>
                      </a:pPr>
                      <a:r>
                        <a:rPr lang="pt-BR" sz="3000" spc="100" baseline="0" dirty="0">
                          <a:latin typeface="Red Hat Display" panose="02010303040201060303" pitchFamily="2" charset="0"/>
                        </a:rPr>
                        <a:t>‎ 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4200"/>
                        </a:lnSpc>
                      </a:pPr>
                      <a:r>
                        <a:rPr lang="pt-BR" sz="3000" cap="all" spc="200" baseline="0" dirty="0">
                          <a:latin typeface="Red Hat Display" panose="02010303040201060303" pitchFamily="2" charset="0"/>
                        </a:rPr>
                        <a:t>Nome Sobrenome</a:t>
                      </a:r>
                    </a:p>
                    <a:p>
                      <a:pPr>
                        <a:lnSpc>
                          <a:spcPts val="4200"/>
                        </a:lnSpc>
                      </a:pPr>
                      <a:r>
                        <a:rPr lang="pt-BR" sz="3000" spc="100" baseline="0" dirty="0">
                          <a:solidFill>
                            <a:schemeClr val="accent4"/>
                          </a:solidFill>
                          <a:latin typeface="Red Hat Display" panose="02010303040201060303" pitchFamily="2" charset="0"/>
                        </a:rPr>
                        <a:t>Afiliação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45340856"/>
                  </a:ext>
                </a:extLst>
              </a:tr>
              <a:tr h="1440000">
                <a:tc>
                  <a:txBody>
                    <a:bodyPr/>
                    <a:lstStyle/>
                    <a:p>
                      <a:pPr marL="685800" indent="-685800">
                        <a:lnSpc>
                          <a:spcPts val="4200"/>
                        </a:lnSpc>
                        <a:buFontTx/>
                        <a:buBlip>
                          <a:blip r:embed="rId3">
                            <a:extLst>
                              <a:ext uri="{96DAC541-7B7A-43D3-8B79-37D633B846F1}">
                                <asvg:svgBlip xmlns:asvg="http://schemas.microsoft.com/office/drawing/2016/SVG/main" r:embed="rId4"/>
                              </a:ext>
                            </a:extLst>
                          </a:blip>
                        </a:buBlip>
                      </a:pPr>
                      <a:r>
                        <a:rPr lang="pt-BR" sz="3000" spc="100" baseline="0" dirty="0">
                          <a:latin typeface="Red Hat Display" panose="02010303040201060303" pitchFamily="2" charset="0"/>
                        </a:rPr>
                        <a:t>‎ 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4200"/>
                        </a:lnSpc>
                      </a:pPr>
                      <a:r>
                        <a:rPr lang="pt-BR" sz="3000" cap="all" spc="200" baseline="0" dirty="0">
                          <a:latin typeface="Red Hat Display" panose="02010303040201060303" pitchFamily="2" charset="0"/>
                        </a:rPr>
                        <a:t>Nome Sobrenome</a:t>
                      </a:r>
                    </a:p>
                    <a:p>
                      <a:pPr>
                        <a:lnSpc>
                          <a:spcPts val="4200"/>
                        </a:lnSpc>
                      </a:pPr>
                      <a:r>
                        <a:rPr lang="pt-BR" sz="3000" spc="100" baseline="0" dirty="0">
                          <a:solidFill>
                            <a:schemeClr val="accent4"/>
                          </a:solidFill>
                          <a:latin typeface="Red Hat Display" panose="02010303040201060303" pitchFamily="2" charset="0"/>
                        </a:rPr>
                        <a:t>Afiliação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06368613"/>
                  </a:ext>
                </a:extLst>
              </a:tr>
            </a:tbl>
          </a:graphicData>
        </a:graphic>
      </p:graphicFrame>
      <p:sp>
        <p:nvSpPr>
          <p:cNvPr id="4" name="CaixaDeTexto 3">
            <a:extLst>
              <a:ext uri="{FF2B5EF4-FFF2-40B4-BE49-F238E27FC236}">
                <a16:creationId xmlns:a16="http://schemas.microsoft.com/office/drawing/2014/main" id="{DBD1649B-5FC8-37A2-B343-259E652C9311}"/>
              </a:ext>
            </a:extLst>
          </p:cNvPr>
          <p:cNvSpPr txBox="1"/>
          <p:nvPr/>
        </p:nvSpPr>
        <p:spPr>
          <a:xfrm>
            <a:off x="1026000" y="3494742"/>
            <a:ext cx="11664000" cy="2730748"/>
          </a:xfrm>
          <a:prstGeom prst="rect">
            <a:avLst/>
          </a:prstGeom>
          <a:noFill/>
        </p:spPr>
        <p:txBody>
          <a:bodyPr wrap="square" lIns="0" tIns="0" rIns="360000" bIns="0" rtlCol="0">
            <a:spAutoFit/>
          </a:bodyPr>
          <a:lstStyle/>
          <a:p>
            <a:pPr>
              <a:lnSpc>
                <a:spcPts val="7200"/>
              </a:lnSpc>
            </a:pPr>
            <a:r>
              <a:rPr lang="pt-BR" sz="5400" spc="100" dirty="0">
                <a:solidFill>
                  <a:schemeClr val="tx1"/>
                </a:solidFill>
                <a:latin typeface="Red Hat Display" panose="02010303040201060303" pitchFamily="2" charset="0"/>
              </a:rPr>
              <a:t>Título de artigo l</a:t>
            </a:r>
            <a:r>
              <a:rPr lang="pt-BR" sz="5400" b="0" i="0" spc="100" dirty="0">
                <a:solidFill>
                  <a:schemeClr val="tx1"/>
                </a:solidFill>
                <a:effectLst/>
                <a:latin typeface="Red Hat Display" panose="02010303040201060303" pitchFamily="2" charset="0"/>
              </a:rPr>
              <a:t>orem ipsum dolor sit amet, consectetur adipiscing elit</a:t>
            </a:r>
          </a:p>
          <a:p>
            <a:pPr>
              <a:lnSpc>
                <a:spcPts val="7200"/>
              </a:lnSpc>
            </a:pPr>
            <a:endParaRPr lang="pt-BR" sz="5400" spc="100" dirty="0">
              <a:solidFill>
                <a:schemeClr val="tx1"/>
              </a:solidFill>
              <a:latin typeface="Red Hat Display" panose="02010303040201060303" pitchFamily="2" charset="0"/>
            </a:endParaRPr>
          </a:p>
        </p:txBody>
      </p:sp>
      <p:sp>
        <p:nvSpPr>
          <p:cNvPr id="7" name="Google Shape;24;g337081b69cc_0_7">
            <a:extLst>
              <a:ext uri="{FF2B5EF4-FFF2-40B4-BE49-F238E27FC236}">
                <a16:creationId xmlns:a16="http://schemas.microsoft.com/office/drawing/2014/main" id="{06754561-1215-FD40-FC66-D0E906FB5BD8}"/>
              </a:ext>
            </a:extLst>
          </p:cNvPr>
          <p:cNvSpPr txBox="1"/>
          <p:nvPr/>
        </p:nvSpPr>
        <p:spPr>
          <a:xfrm>
            <a:off x="1026000" y="1257854"/>
            <a:ext cx="11664000" cy="4701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3000" cap="all" spc="240" dirty="0" err="1">
                <a:solidFill>
                  <a:schemeClr val="dk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rPr>
              <a:t>Editoria</a:t>
            </a:r>
            <a:r>
              <a:rPr lang="en-US" sz="3000" cap="all" spc="240" dirty="0">
                <a:solidFill>
                  <a:schemeClr val="dk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rPr>
              <a:t> | </a:t>
            </a:r>
            <a:r>
              <a:rPr lang="en-US" sz="3000" b="1" cap="all" spc="240" dirty="0">
                <a:solidFill>
                  <a:schemeClr val="dk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rPr>
              <a:t>FORMATO</a:t>
            </a:r>
            <a:endParaRPr lang="pt-BR" sz="3000" cap="all" spc="240" dirty="0"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</p:spTree>
    <p:extLst>
      <p:ext uri="{BB962C8B-B14F-4D97-AF65-F5344CB8AC3E}">
        <p14:creationId xmlns:p14="http://schemas.microsoft.com/office/powerpoint/2010/main" val="187516443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">
          <a:extLst>
            <a:ext uri="{FF2B5EF4-FFF2-40B4-BE49-F238E27FC236}">
              <a16:creationId xmlns:a16="http://schemas.microsoft.com/office/drawing/2014/main" id="{2C3B9FA4-7822-6F84-F9E1-4E25766ECA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CaixaDeTexto 60">
            <a:extLst>
              <a:ext uri="{FF2B5EF4-FFF2-40B4-BE49-F238E27FC236}">
                <a16:creationId xmlns:a16="http://schemas.microsoft.com/office/drawing/2014/main" id="{27974768-2FDD-D602-51D5-3B87461D8DCF}"/>
              </a:ext>
            </a:extLst>
          </p:cNvPr>
          <p:cNvSpPr txBox="1"/>
          <p:nvPr/>
        </p:nvSpPr>
        <p:spPr>
          <a:xfrm>
            <a:off x="2299855" y="14270182"/>
            <a:ext cx="18473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pt-BR" dirty="0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E3A4625A-DC2A-227A-3CC8-8E4CEDE9083B}"/>
              </a:ext>
            </a:extLst>
          </p:cNvPr>
          <p:cNvSpPr txBox="1"/>
          <p:nvPr/>
        </p:nvSpPr>
        <p:spPr>
          <a:xfrm>
            <a:off x="1026000" y="3494742"/>
            <a:ext cx="11664000" cy="2730748"/>
          </a:xfrm>
          <a:prstGeom prst="rect">
            <a:avLst/>
          </a:prstGeom>
          <a:noFill/>
        </p:spPr>
        <p:txBody>
          <a:bodyPr wrap="square" lIns="0" tIns="0" rIns="360000" bIns="0" rtlCol="0">
            <a:spAutoFit/>
          </a:bodyPr>
          <a:lstStyle/>
          <a:p>
            <a:pPr>
              <a:lnSpc>
                <a:spcPts val="7200"/>
              </a:lnSpc>
            </a:pPr>
            <a:r>
              <a:rPr lang="pt-BR" sz="5400" spc="100" dirty="0">
                <a:solidFill>
                  <a:schemeClr val="tx1"/>
                </a:solidFill>
                <a:latin typeface="Red Hat Display" panose="02010303040201060303" pitchFamily="2" charset="0"/>
              </a:rPr>
              <a:t>Título de artigo l</a:t>
            </a:r>
            <a:r>
              <a:rPr lang="pt-BR" sz="5400" b="0" i="0" spc="100" dirty="0">
                <a:solidFill>
                  <a:schemeClr val="tx1"/>
                </a:solidFill>
                <a:effectLst/>
                <a:latin typeface="Red Hat Display" panose="02010303040201060303" pitchFamily="2" charset="0"/>
              </a:rPr>
              <a:t>orem ipsum dolor sit amet, consectetur adipiscing elit</a:t>
            </a:r>
          </a:p>
          <a:p>
            <a:pPr>
              <a:lnSpc>
                <a:spcPts val="7200"/>
              </a:lnSpc>
            </a:pPr>
            <a:endParaRPr lang="pt-BR" sz="5400" spc="100" dirty="0">
              <a:solidFill>
                <a:schemeClr val="tx1"/>
              </a:solidFill>
              <a:latin typeface="Red Hat Display" panose="02010303040201060303" pitchFamily="2" charset="0"/>
            </a:endParaRPr>
          </a:p>
        </p:txBody>
      </p:sp>
      <p:sp>
        <p:nvSpPr>
          <p:cNvPr id="7" name="Google Shape;24;g337081b69cc_0_7">
            <a:extLst>
              <a:ext uri="{FF2B5EF4-FFF2-40B4-BE49-F238E27FC236}">
                <a16:creationId xmlns:a16="http://schemas.microsoft.com/office/drawing/2014/main" id="{BF4839B4-850C-5347-C8D5-4A2346B38B23}"/>
              </a:ext>
            </a:extLst>
          </p:cNvPr>
          <p:cNvSpPr txBox="1"/>
          <p:nvPr/>
        </p:nvSpPr>
        <p:spPr>
          <a:xfrm>
            <a:off x="1026000" y="1257854"/>
            <a:ext cx="11664000" cy="4701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3000" cap="all" spc="240" dirty="0" err="1">
                <a:solidFill>
                  <a:schemeClr val="dk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rPr>
              <a:t>Editoria</a:t>
            </a:r>
            <a:r>
              <a:rPr lang="en-US" sz="3000" cap="all" spc="240" dirty="0">
                <a:solidFill>
                  <a:schemeClr val="dk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rPr>
              <a:t> | </a:t>
            </a:r>
            <a:r>
              <a:rPr lang="en-US" sz="3000" b="1" cap="all" spc="240" dirty="0">
                <a:solidFill>
                  <a:schemeClr val="dk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rPr>
              <a:t>FORMATO</a:t>
            </a:r>
            <a:endParaRPr lang="pt-BR" sz="3000" cap="all" spc="240" dirty="0"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graphicFrame>
        <p:nvGraphicFramePr>
          <p:cNvPr id="2" name="Tabela 1">
            <a:extLst>
              <a:ext uri="{FF2B5EF4-FFF2-40B4-BE49-F238E27FC236}">
                <a16:creationId xmlns:a16="http://schemas.microsoft.com/office/drawing/2014/main" id="{58CAF118-909D-2811-F821-EEF5D0B13FF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0082520"/>
              </p:ext>
            </p:extLst>
          </p:nvPr>
        </p:nvGraphicFramePr>
        <p:xfrm>
          <a:off x="1026475" y="6225490"/>
          <a:ext cx="11663525" cy="8640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865929">
                  <a:extLst>
                    <a:ext uri="{9D8B030D-6E8A-4147-A177-3AD203B41FA5}">
                      <a16:colId xmlns:a16="http://schemas.microsoft.com/office/drawing/2014/main" val="3801684587"/>
                    </a:ext>
                  </a:extLst>
                </a:gridCol>
                <a:gridCol w="10797596">
                  <a:extLst>
                    <a:ext uri="{9D8B030D-6E8A-4147-A177-3AD203B41FA5}">
                      <a16:colId xmlns:a16="http://schemas.microsoft.com/office/drawing/2014/main" val="1428035371"/>
                    </a:ext>
                  </a:extLst>
                </a:gridCol>
              </a:tblGrid>
              <a:tr h="1440000">
                <a:tc>
                  <a:txBody>
                    <a:bodyPr/>
                    <a:lstStyle/>
                    <a:p>
                      <a:pPr marL="685800" marR="0" lvl="0" indent="-685800" algn="l" defTabSz="914400" rtl="0" eaLnBrk="1" fontAlgn="auto" latinLnBrk="0" hangingPunct="1">
                        <a:lnSpc>
                          <a:spcPts val="4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Tx/>
                        <a:buBlip>
                          <a:blip r:embed="rId3">
                            <a:extLst>
                              <a:ext uri="{96DAC541-7B7A-43D3-8B79-37D633B846F1}">
                                <asvg:svgBlip xmlns:asvg="http://schemas.microsoft.com/office/drawing/2016/SVG/main" r:embed="rId4"/>
                              </a:ext>
                            </a:extLst>
                          </a:blip>
                        </a:buBlip>
                        <a:tabLst/>
                        <a:defRPr/>
                      </a:pPr>
                      <a:r>
                        <a:rPr lang="pt-BR" sz="3000" spc="100" baseline="0" dirty="0">
                          <a:latin typeface="Red Hat Display" panose="02010303040201060303" pitchFamily="2" charset="0"/>
                        </a:rPr>
                        <a:t>‎ 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4200"/>
                        </a:lnSpc>
                      </a:pPr>
                      <a:r>
                        <a:rPr lang="pt-BR" sz="3000" cap="all" spc="200" baseline="0" dirty="0">
                          <a:latin typeface="Red Hat Display" panose="02010303040201060303" pitchFamily="2" charset="0"/>
                        </a:rPr>
                        <a:t>Nome Sobrenome</a:t>
                      </a:r>
                    </a:p>
                    <a:p>
                      <a:pPr>
                        <a:lnSpc>
                          <a:spcPts val="4200"/>
                        </a:lnSpc>
                      </a:pPr>
                      <a:r>
                        <a:rPr lang="pt-BR" sz="3000" spc="100" baseline="0" dirty="0">
                          <a:solidFill>
                            <a:schemeClr val="accent4"/>
                          </a:solidFill>
                          <a:latin typeface="Red Hat Display" panose="02010303040201060303" pitchFamily="2" charset="0"/>
                        </a:rPr>
                        <a:t>Afiliação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50360560"/>
                  </a:ext>
                </a:extLst>
              </a:tr>
              <a:tr h="1440000">
                <a:tc>
                  <a:txBody>
                    <a:bodyPr/>
                    <a:lstStyle/>
                    <a:p>
                      <a:pPr marL="685800" indent="-685800">
                        <a:lnSpc>
                          <a:spcPts val="4200"/>
                        </a:lnSpc>
                        <a:buFontTx/>
                        <a:buBlip>
                          <a:blip r:embed="rId3">
                            <a:extLst>
                              <a:ext uri="{96DAC541-7B7A-43D3-8B79-37D633B846F1}">
                                <asvg:svgBlip xmlns:asvg="http://schemas.microsoft.com/office/drawing/2016/SVG/main" r:embed="rId4"/>
                              </a:ext>
                            </a:extLst>
                          </a:blip>
                        </a:buBlip>
                      </a:pPr>
                      <a:r>
                        <a:rPr lang="pt-BR" sz="3000" spc="100" baseline="0" dirty="0">
                          <a:latin typeface="Red Hat Display" panose="02010303040201060303" pitchFamily="2" charset="0"/>
                        </a:rPr>
                        <a:t>‎ 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4200"/>
                        </a:lnSpc>
                      </a:pPr>
                      <a:r>
                        <a:rPr lang="pt-BR" sz="3000" cap="all" spc="200" baseline="0" dirty="0">
                          <a:latin typeface="Red Hat Display" panose="02010303040201060303" pitchFamily="2" charset="0"/>
                        </a:rPr>
                        <a:t>Nome Sobrenome</a:t>
                      </a:r>
                    </a:p>
                    <a:p>
                      <a:pPr>
                        <a:lnSpc>
                          <a:spcPts val="4200"/>
                        </a:lnSpc>
                      </a:pPr>
                      <a:r>
                        <a:rPr lang="pt-BR" sz="3000" spc="100" baseline="0" dirty="0">
                          <a:solidFill>
                            <a:schemeClr val="accent4"/>
                          </a:solidFill>
                          <a:latin typeface="Red Hat Display" panose="02010303040201060303" pitchFamily="2" charset="0"/>
                        </a:rPr>
                        <a:t>Afiliação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7842638"/>
                  </a:ext>
                </a:extLst>
              </a:tr>
              <a:tr h="1440000">
                <a:tc>
                  <a:txBody>
                    <a:bodyPr/>
                    <a:lstStyle/>
                    <a:p>
                      <a:pPr marL="685800" marR="0" lvl="0" indent="-685800" algn="l" defTabSz="914400" rtl="0" eaLnBrk="1" fontAlgn="auto" latinLnBrk="0" hangingPunct="1">
                        <a:lnSpc>
                          <a:spcPts val="4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Tx/>
                        <a:buBlip>
                          <a:blip r:embed="rId3">
                            <a:extLst>
                              <a:ext uri="{96DAC541-7B7A-43D3-8B79-37D633B846F1}">
                                <asvg:svgBlip xmlns:asvg="http://schemas.microsoft.com/office/drawing/2016/SVG/main" r:embed="rId4"/>
                              </a:ext>
                            </a:extLst>
                          </a:blip>
                        </a:buBlip>
                        <a:tabLst/>
                        <a:defRPr/>
                      </a:pPr>
                      <a:r>
                        <a:rPr lang="pt-BR" sz="3000" spc="100" baseline="0" dirty="0">
                          <a:latin typeface="Red Hat Display" panose="02010303040201060303" pitchFamily="2" charset="0"/>
                        </a:rPr>
                        <a:t>‎ 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4200"/>
                        </a:lnSpc>
                      </a:pPr>
                      <a:r>
                        <a:rPr lang="pt-BR" sz="3000" cap="all" spc="200" baseline="0" dirty="0">
                          <a:latin typeface="Red Hat Display" panose="02010303040201060303" pitchFamily="2" charset="0"/>
                        </a:rPr>
                        <a:t>Nome Sobrenome</a:t>
                      </a:r>
                    </a:p>
                    <a:p>
                      <a:pPr>
                        <a:lnSpc>
                          <a:spcPts val="4200"/>
                        </a:lnSpc>
                      </a:pPr>
                      <a:r>
                        <a:rPr lang="pt-BR" sz="3000" spc="100" baseline="0" dirty="0">
                          <a:solidFill>
                            <a:schemeClr val="accent4"/>
                          </a:solidFill>
                          <a:latin typeface="Red Hat Display" panose="02010303040201060303" pitchFamily="2" charset="0"/>
                        </a:rPr>
                        <a:t>Afiliação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07511782"/>
                  </a:ext>
                </a:extLst>
              </a:tr>
              <a:tr h="1440000">
                <a:tc>
                  <a:txBody>
                    <a:bodyPr/>
                    <a:lstStyle/>
                    <a:p>
                      <a:pPr marL="685800" indent="-685800">
                        <a:lnSpc>
                          <a:spcPts val="4200"/>
                        </a:lnSpc>
                        <a:buFontTx/>
                        <a:buBlip>
                          <a:blip r:embed="rId3">
                            <a:extLst>
                              <a:ext uri="{96DAC541-7B7A-43D3-8B79-37D633B846F1}">
                                <asvg:svgBlip xmlns:asvg="http://schemas.microsoft.com/office/drawing/2016/SVG/main" r:embed="rId4"/>
                              </a:ext>
                            </a:extLst>
                          </a:blip>
                        </a:buBlip>
                      </a:pPr>
                      <a:r>
                        <a:rPr lang="pt-BR" sz="3000" spc="100" baseline="0" dirty="0">
                          <a:latin typeface="Red Hat Display" panose="02010303040201060303" pitchFamily="2" charset="0"/>
                        </a:rPr>
                        <a:t>‎ 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4200"/>
                        </a:lnSpc>
                      </a:pPr>
                      <a:r>
                        <a:rPr lang="pt-BR" sz="3000" cap="all" spc="200" baseline="0" dirty="0">
                          <a:latin typeface="Red Hat Display" panose="02010303040201060303" pitchFamily="2" charset="0"/>
                        </a:rPr>
                        <a:t>Nome Sobrenome</a:t>
                      </a:r>
                    </a:p>
                    <a:p>
                      <a:pPr>
                        <a:lnSpc>
                          <a:spcPts val="4200"/>
                        </a:lnSpc>
                      </a:pPr>
                      <a:r>
                        <a:rPr lang="pt-BR" sz="3000" spc="100" baseline="0" dirty="0">
                          <a:solidFill>
                            <a:schemeClr val="accent4"/>
                          </a:solidFill>
                          <a:latin typeface="Red Hat Display" panose="02010303040201060303" pitchFamily="2" charset="0"/>
                        </a:rPr>
                        <a:t>Afiliação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37117391"/>
                  </a:ext>
                </a:extLst>
              </a:tr>
              <a:tr h="1440000">
                <a:tc>
                  <a:txBody>
                    <a:bodyPr/>
                    <a:lstStyle/>
                    <a:p>
                      <a:pPr marL="685800" marR="0" lvl="0" indent="-685800" algn="l" defTabSz="914400" rtl="0" eaLnBrk="1" fontAlgn="auto" latinLnBrk="0" hangingPunct="1">
                        <a:lnSpc>
                          <a:spcPts val="4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Tx/>
                        <a:buBlip>
                          <a:blip r:embed="rId3">
                            <a:extLst>
                              <a:ext uri="{96DAC541-7B7A-43D3-8B79-37D633B846F1}">
                                <asvg:svgBlip xmlns:asvg="http://schemas.microsoft.com/office/drawing/2016/SVG/main" r:embed="rId4"/>
                              </a:ext>
                            </a:extLst>
                          </a:blip>
                        </a:buBlip>
                        <a:tabLst/>
                        <a:defRPr/>
                      </a:pPr>
                      <a:r>
                        <a:rPr lang="pt-BR" sz="3000" spc="100" baseline="0" dirty="0">
                          <a:latin typeface="Red Hat Display" panose="02010303040201060303" pitchFamily="2" charset="0"/>
                        </a:rPr>
                        <a:t>‎ 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4200"/>
                        </a:lnSpc>
                      </a:pPr>
                      <a:r>
                        <a:rPr lang="pt-BR" sz="3000" cap="all" spc="200" baseline="0" dirty="0">
                          <a:latin typeface="Red Hat Display" panose="02010303040201060303" pitchFamily="2" charset="0"/>
                        </a:rPr>
                        <a:t>Nome Sobrenome</a:t>
                      </a:r>
                    </a:p>
                    <a:p>
                      <a:pPr>
                        <a:lnSpc>
                          <a:spcPts val="4200"/>
                        </a:lnSpc>
                      </a:pPr>
                      <a:r>
                        <a:rPr lang="pt-BR" sz="3000" spc="100" baseline="0" dirty="0">
                          <a:solidFill>
                            <a:schemeClr val="accent4"/>
                          </a:solidFill>
                          <a:latin typeface="Red Hat Display" panose="02010303040201060303" pitchFamily="2" charset="0"/>
                        </a:rPr>
                        <a:t>Afiliação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45340856"/>
                  </a:ext>
                </a:extLst>
              </a:tr>
              <a:tr h="1440000">
                <a:tc>
                  <a:txBody>
                    <a:bodyPr/>
                    <a:lstStyle/>
                    <a:p>
                      <a:pPr marL="685800" marR="0" lvl="0" indent="-685800" algn="l" defTabSz="914400" rtl="0" eaLnBrk="1" fontAlgn="auto" latinLnBrk="0" hangingPunct="1">
                        <a:lnSpc>
                          <a:spcPts val="4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Tx/>
                        <a:buBlip>
                          <a:blip r:embed="rId3">
                            <a:extLst>
                              <a:ext uri="{96DAC541-7B7A-43D3-8B79-37D633B846F1}">
                                <asvg:svgBlip xmlns:asvg="http://schemas.microsoft.com/office/drawing/2016/SVG/main" r:embed="rId4"/>
                              </a:ext>
                            </a:extLst>
                          </a:blip>
                        </a:buBlip>
                        <a:tabLst/>
                        <a:defRPr/>
                      </a:pPr>
                      <a:r>
                        <a:rPr lang="pt-BR" sz="3000" spc="100" baseline="0" dirty="0">
                          <a:latin typeface="Red Hat Display" panose="02010303040201060303" pitchFamily="2" charset="0"/>
                        </a:rPr>
                        <a:t>‎ 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4200"/>
                        </a:lnSpc>
                      </a:pPr>
                      <a:r>
                        <a:rPr lang="pt-BR" sz="3000" cap="all" spc="200" baseline="0" dirty="0">
                          <a:latin typeface="Red Hat Display" panose="02010303040201060303" pitchFamily="2" charset="0"/>
                        </a:rPr>
                        <a:t>Nome Sobrenome</a:t>
                      </a:r>
                    </a:p>
                    <a:p>
                      <a:pPr>
                        <a:lnSpc>
                          <a:spcPts val="4200"/>
                        </a:lnSpc>
                      </a:pPr>
                      <a:r>
                        <a:rPr lang="pt-BR" sz="3000" spc="100" baseline="0" dirty="0">
                          <a:solidFill>
                            <a:schemeClr val="accent4"/>
                          </a:solidFill>
                          <a:latin typeface="Red Hat Display" panose="02010303040201060303" pitchFamily="2" charset="0"/>
                        </a:rPr>
                        <a:t>Afiliação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0636861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5078883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5FC5AB-20E7-1D14-D7DE-C530DDF79A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24;g337081b69cc_0_7">
            <a:extLst>
              <a:ext uri="{FF2B5EF4-FFF2-40B4-BE49-F238E27FC236}">
                <a16:creationId xmlns:a16="http://schemas.microsoft.com/office/drawing/2014/main" id="{A8E92548-2261-142E-5871-21B470B0C711}"/>
              </a:ext>
            </a:extLst>
          </p:cNvPr>
          <p:cNvSpPr txBox="1"/>
          <p:nvPr/>
        </p:nvSpPr>
        <p:spPr>
          <a:xfrm>
            <a:off x="1026000" y="3538855"/>
            <a:ext cx="11664000" cy="104238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6000" rIns="0" bIns="0" anchor="t" anchorCtr="0">
            <a:spAutoFit/>
          </a:bodyPr>
          <a:lstStyle/>
          <a:p>
            <a:pPr>
              <a:lnSpc>
                <a:spcPts val="4500"/>
              </a:lnSpc>
            </a:pPr>
            <a:r>
              <a:rPr lang="en-US" sz="3600" cap="all" spc="200" dirty="0">
                <a:solidFill>
                  <a:schemeClr val="dk1"/>
                </a:solidFill>
                <a:highlight>
                  <a:schemeClr val="accent3"/>
                </a:highlight>
                <a:latin typeface="Red Hat Display ExtraBold" panose="02010303040201060303" pitchFamily="2" charset="0"/>
                <a:ea typeface="Red Hat Display"/>
                <a:cs typeface="Red Hat Display"/>
                <a:sym typeface="Red Hat Display Medium"/>
              </a:rPr>
              <a:t>Crédito</a:t>
            </a:r>
            <a:endParaRPr lang="en-US" sz="3600" cap="all" spc="240" dirty="0">
              <a:solidFill>
                <a:schemeClr val="tx1"/>
              </a:solidFill>
              <a:highlight>
                <a:schemeClr val="dk2"/>
              </a:highlight>
              <a:latin typeface="Red Hat Display ExtraBold" panose="02010303040201060303" pitchFamily="2" charset="0"/>
              <a:ea typeface="Red Hat Display"/>
              <a:cs typeface="Red Hat Display"/>
              <a:sym typeface="Red Hat Display Medium"/>
            </a:endParaRPr>
          </a:p>
          <a:p>
            <a:pPr>
              <a:lnSpc>
                <a:spcPts val="4500"/>
              </a:lnSpc>
            </a:pPr>
            <a:endParaRPr lang="pt-BR" sz="3000" cap="all" spc="200" baseline="0" dirty="0">
              <a:latin typeface="Red Hat Display" panose="02010303040201060303" pitchFamily="2" charset="0"/>
            </a:endParaRPr>
          </a:p>
          <a:p>
            <a:pPr>
              <a:lnSpc>
                <a:spcPts val="4500"/>
              </a:lnSpc>
            </a:pPr>
            <a:r>
              <a:rPr lang="pt-BR" sz="3000" cap="all" spc="200" baseline="0" dirty="0">
                <a:solidFill>
                  <a:schemeClr val="tx1"/>
                </a:solidFill>
                <a:latin typeface="Red Hat Display" panose="02010303040201060303" pitchFamily="2" charset="0"/>
              </a:rPr>
              <a:t>Nome Sobrenome</a:t>
            </a:r>
          </a:p>
          <a:p>
            <a:pPr>
              <a:lnSpc>
                <a:spcPts val="4500"/>
              </a:lnSpc>
            </a:pPr>
            <a:r>
              <a:rPr lang="pt-BR" sz="3000" spc="200" baseline="0" dirty="0">
                <a:solidFill>
                  <a:schemeClr val="accent4"/>
                </a:solidFill>
                <a:latin typeface="Red Hat Display" panose="02010303040201060303" pitchFamily="2" charset="0"/>
              </a:rPr>
              <a:t>Afiliação</a:t>
            </a:r>
          </a:p>
          <a:p>
            <a:pPr>
              <a:lnSpc>
                <a:spcPts val="4500"/>
              </a:lnSpc>
            </a:pPr>
            <a:endParaRPr lang="en-US" sz="3000" cap="all" spc="200" dirty="0">
              <a:solidFill>
                <a:schemeClr val="dk1"/>
              </a:solidFill>
              <a:highlight>
                <a:schemeClr val="accent3"/>
              </a:highlight>
              <a:latin typeface="Red Hat Display ExtraBold" panose="02010303040201060303" pitchFamily="2" charset="0"/>
              <a:ea typeface="Red Hat Display"/>
              <a:cs typeface="Red Hat Display"/>
              <a:sym typeface="Red Hat Display Medium"/>
            </a:endParaRPr>
          </a:p>
          <a:p>
            <a:pPr>
              <a:lnSpc>
                <a:spcPts val="4500"/>
              </a:lnSpc>
            </a:pPr>
            <a:r>
              <a:rPr lang="pt-BR" sz="3000" cap="all" spc="200" baseline="0" dirty="0">
                <a:solidFill>
                  <a:schemeClr val="tx1"/>
                </a:solidFill>
                <a:latin typeface="Red Hat Display" panose="02010303040201060303" pitchFamily="2" charset="0"/>
              </a:rPr>
              <a:t>Nome Sobrenome</a:t>
            </a:r>
          </a:p>
          <a:p>
            <a:pPr>
              <a:lnSpc>
                <a:spcPts val="4500"/>
              </a:lnSpc>
            </a:pPr>
            <a:r>
              <a:rPr lang="pt-BR" sz="3000" spc="200" baseline="0" dirty="0">
                <a:solidFill>
                  <a:schemeClr val="accent4"/>
                </a:solidFill>
                <a:latin typeface="Red Hat Display" panose="02010303040201060303" pitchFamily="2" charset="0"/>
              </a:rPr>
              <a:t>Afiliação</a:t>
            </a:r>
          </a:p>
          <a:p>
            <a:pPr>
              <a:lnSpc>
                <a:spcPts val="4500"/>
              </a:lnSpc>
            </a:pPr>
            <a:endParaRPr lang="pt-BR" sz="3000" spc="200" baseline="0" dirty="0">
              <a:solidFill>
                <a:schemeClr val="accent4"/>
              </a:solidFill>
              <a:latin typeface="Red Hat Display" panose="02010303040201060303" pitchFamily="2" charset="0"/>
            </a:endParaRPr>
          </a:p>
          <a:p>
            <a:pPr>
              <a:lnSpc>
                <a:spcPts val="4500"/>
              </a:lnSpc>
            </a:pPr>
            <a:endParaRPr lang="en-US" sz="3000" cap="all" spc="200" dirty="0">
              <a:solidFill>
                <a:schemeClr val="dk1"/>
              </a:solidFill>
              <a:highlight>
                <a:schemeClr val="accent3"/>
              </a:highlight>
              <a:latin typeface="Red Hat Display ExtraBold" panose="02010303040201060303" pitchFamily="2" charset="0"/>
              <a:ea typeface="Red Hat Display"/>
              <a:cs typeface="Red Hat Display"/>
              <a:sym typeface="Red Hat Display Medium"/>
            </a:endParaRPr>
          </a:p>
          <a:p>
            <a:pPr>
              <a:lnSpc>
                <a:spcPts val="4500"/>
              </a:lnSpc>
            </a:pPr>
            <a:r>
              <a:rPr lang="en-US" sz="3600" cap="all" spc="200" dirty="0">
                <a:solidFill>
                  <a:schemeClr val="dk1"/>
                </a:solidFill>
                <a:highlight>
                  <a:schemeClr val="accent3"/>
                </a:highlight>
                <a:latin typeface="Red Hat Display ExtraBold" panose="02010303040201060303" pitchFamily="2" charset="0"/>
                <a:ea typeface="Red Hat Display"/>
                <a:cs typeface="Red Hat Display"/>
                <a:sym typeface="Red Hat Display Medium"/>
              </a:rPr>
              <a:t>Crédito</a:t>
            </a:r>
            <a:endParaRPr lang="en-US" sz="3600" cap="all" spc="240" dirty="0">
              <a:solidFill>
                <a:schemeClr val="tx1"/>
              </a:solidFill>
              <a:highlight>
                <a:schemeClr val="dk2"/>
              </a:highlight>
              <a:latin typeface="Red Hat Display ExtraBold" panose="02010303040201060303" pitchFamily="2" charset="0"/>
              <a:ea typeface="Red Hat Display"/>
              <a:cs typeface="Red Hat Display"/>
              <a:sym typeface="Red Hat Display Medium"/>
            </a:endParaRPr>
          </a:p>
          <a:p>
            <a:pPr>
              <a:lnSpc>
                <a:spcPts val="4500"/>
              </a:lnSpc>
            </a:pPr>
            <a:endParaRPr lang="pt-BR" sz="3000" cap="all" spc="200" baseline="0" dirty="0">
              <a:latin typeface="Red Hat Display" panose="02010303040201060303" pitchFamily="2" charset="0"/>
            </a:endParaRPr>
          </a:p>
          <a:p>
            <a:pPr>
              <a:lnSpc>
                <a:spcPts val="4500"/>
              </a:lnSpc>
            </a:pPr>
            <a:r>
              <a:rPr lang="pt-BR" sz="3000" cap="all" spc="200" baseline="0" dirty="0">
                <a:solidFill>
                  <a:schemeClr val="tx1"/>
                </a:solidFill>
                <a:latin typeface="Red Hat Display" panose="02010303040201060303" pitchFamily="2" charset="0"/>
              </a:rPr>
              <a:t>Nome Sobrenome</a:t>
            </a:r>
          </a:p>
          <a:p>
            <a:pPr>
              <a:lnSpc>
                <a:spcPts val="4500"/>
              </a:lnSpc>
            </a:pPr>
            <a:r>
              <a:rPr lang="pt-BR" sz="3000" spc="200" baseline="0" dirty="0">
                <a:solidFill>
                  <a:schemeClr val="accent4"/>
                </a:solidFill>
                <a:latin typeface="Red Hat Display" panose="02010303040201060303" pitchFamily="2" charset="0"/>
              </a:rPr>
              <a:t>Afiliação</a:t>
            </a:r>
          </a:p>
          <a:p>
            <a:pPr>
              <a:lnSpc>
                <a:spcPts val="4500"/>
              </a:lnSpc>
            </a:pPr>
            <a:endParaRPr lang="en-US" sz="3000" cap="all" spc="200" dirty="0">
              <a:solidFill>
                <a:schemeClr val="dk1"/>
              </a:solidFill>
              <a:highlight>
                <a:schemeClr val="accent3"/>
              </a:highlight>
              <a:latin typeface="Red Hat Display ExtraBold" panose="02010303040201060303" pitchFamily="2" charset="0"/>
              <a:ea typeface="Red Hat Display"/>
              <a:cs typeface="Red Hat Display"/>
              <a:sym typeface="Red Hat Display Medium"/>
            </a:endParaRPr>
          </a:p>
          <a:p>
            <a:pPr>
              <a:lnSpc>
                <a:spcPts val="4500"/>
              </a:lnSpc>
            </a:pPr>
            <a:r>
              <a:rPr lang="pt-BR" sz="3000" cap="all" spc="200" baseline="0" dirty="0">
                <a:solidFill>
                  <a:schemeClr val="tx1"/>
                </a:solidFill>
                <a:latin typeface="Red Hat Display" panose="02010303040201060303" pitchFamily="2" charset="0"/>
              </a:rPr>
              <a:t>Nome Sobrenome</a:t>
            </a:r>
          </a:p>
          <a:p>
            <a:pPr>
              <a:lnSpc>
                <a:spcPts val="4500"/>
              </a:lnSpc>
            </a:pPr>
            <a:r>
              <a:rPr lang="pt-BR" sz="3000" spc="200" baseline="0" dirty="0">
                <a:solidFill>
                  <a:schemeClr val="accent4"/>
                </a:solidFill>
                <a:latin typeface="Red Hat Display" panose="02010303040201060303" pitchFamily="2" charset="0"/>
              </a:rPr>
              <a:t>Afiliação</a:t>
            </a:r>
          </a:p>
          <a:p>
            <a:pPr>
              <a:lnSpc>
                <a:spcPts val="4500"/>
              </a:lnSpc>
            </a:pPr>
            <a:endParaRPr lang="en-US" sz="3000" cap="all" spc="200" dirty="0">
              <a:solidFill>
                <a:schemeClr val="dk1"/>
              </a:solidFill>
              <a:highlight>
                <a:schemeClr val="accent3"/>
              </a:highlight>
              <a:latin typeface="Red Hat Display ExtraBold" panose="02010303040201060303" pitchFamily="2" charset="0"/>
              <a:ea typeface="Red Hat Display"/>
              <a:cs typeface="Red Hat Display"/>
              <a:sym typeface="Red Hat Display Medium"/>
            </a:endParaRPr>
          </a:p>
          <a:p>
            <a:pPr>
              <a:lnSpc>
                <a:spcPts val="4500"/>
              </a:lnSpc>
            </a:pPr>
            <a:endParaRPr lang="en-US" sz="3000" cap="all" spc="200" dirty="0">
              <a:solidFill>
                <a:schemeClr val="dk1"/>
              </a:solidFill>
              <a:highlight>
                <a:schemeClr val="accent3"/>
              </a:highlight>
              <a:latin typeface="Red Hat Display ExtraBold" panose="02010303040201060303" pitchFamily="2" charset="0"/>
              <a:ea typeface="Red Hat Display"/>
              <a:cs typeface="Red Hat Display"/>
              <a:sym typeface="Red Hat Display Medium"/>
            </a:endParaRPr>
          </a:p>
        </p:txBody>
      </p:sp>
      <p:sp>
        <p:nvSpPr>
          <p:cNvPr id="2" name="Google Shape;24;g337081b69cc_0_7">
            <a:extLst>
              <a:ext uri="{FF2B5EF4-FFF2-40B4-BE49-F238E27FC236}">
                <a16:creationId xmlns:a16="http://schemas.microsoft.com/office/drawing/2014/main" id="{A2291FE6-C41D-D67C-3ED9-B7DAC4980731}"/>
              </a:ext>
            </a:extLst>
          </p:cNvPr>
          <p:cNvSpPr txBox="1"/>
          <p:nvPr/>
        </p:nvSpPr>
        <p:spPr>
          <a:xfrm>
            <a:off x="1026000" y="1257854"/>
            <a:ext cx="11664000" cy="4701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3000" cap="all" spc="240" dirty="0" err="1">
                <a:solidFill>
                  <a:schemeClr val="dk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rPr>
              <a:t>Editoria</a:t>
            </a:r>
            <a:r>
              <a:rPr lang="en-US" sz="3000" cap="all" spc="240" dirty="0">
                <a:solidFill>
                  <a:schemeClr val="dk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rPr>
              <a:t> | </a:t>
            </a:r>
            <a:r>
              <a:rPr lang="en-US" sz="3000" b="1" cap="all" spc="240" dirty="0">
                <a:solidFill>
                  <a:schemeClr val="dk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rPr>
              <a:t>FORMATO</a:t>
            </a:r>
            <a:endParaRPr lang="pt-BR" sz="3000" cap="all" spc="240" dirty="0"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</p:spTree>
    <p:extLst>
      <p:ext uri="{BB962C8B-B14F-4D97-AF65-F5344CB8AC3E}">
        <p14:creationId xmlns:p14="http://schemas.microsoft.com/office/powerpoint/2010/main" val="43525796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17A4ED-D8CE-7EAF-B354-5716E4B511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24;g337081b69cc_0_7">
            <a:extLst>
              <a:ext uri="{FF2B5EF4-FFF2-40B4-BE49-F238E27FC236}">
                <a16:creationId xmlns:a16="http://schemas.microsoft.com/office/drawing/2014/main" id="{96AE36E8-110A-B0FC-1026-1CB75A0668EA}"/>
              </a:ext>
            </a:extLst>
          </p:cNvPr>
          <p:cNvSpPr txBox="1"/>
          <p:nvPr/>
        </p:nvSpPr>
        <p:spPr>
          <a:xfrm>
            <a:off x="1026000" y="1257854"/>
            <a:ext cx="11664000" cy="4701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3000" cap="all" spc="240" dirty="0" err="1">
                <a:solidFill>
                  <a:schemeClr val="dk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rPr>
              <a:t>Editoria</a:t>
            </a:r>
            <a:r>
              <a:rPr lang="en-US" sz="3000" cap="all" spc="240" dirty="0">
                <a:solidFill>
                  <a:schemeClr val="dk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rPr>
              <a:t> | </a:t>
            </a:r>
            <a:r>
              <a:rPr lang="en-US" sz="3000" b="1" cap="all" spc="240" dirty="0">
                <a:solidFill>
                  <a:schemeClr val="dk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rPr>
              <a:t>FORMATO</a:t>
            </a:r>
            <a:endParaRPr lang="pt-BR" sz="3000" cap="all" spc="240" dirty="0"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4" name="Google Shape;24;g337081b69cc_0_7">
            <a:extLst>
              <a:ext uri="{FF2B5EF4-FFF2-40B4-BE49-F238E27FC236}">
                <a16:creationId xmlns:a16="http://schemas.microsoft.com/office/drawing/2014/main" id="{D8A33B67-37C1-0463-84BA-0360628B94F9}"/>
              </a:ext>
            </a:extLst>
          </p:cNvPr>
          <p:cNvSpPr txBox="1"/>
          <p:nvPr/>
        </p:nvSpPr>
        <p:spPr>
          <a:xfrm>
            <a:off x="1026000" y="3538855"/>
            <a:ext cx="11664000" cy="104238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6000" rIns="0" bIns="0" anchor="t" anchorCtr="0">
            <a:spAutoFit/>
          </a:bodyPr>
          <a:lstStyle/>
          <a:p>
            <a:pPr>
              <a:lnSpc>
                <a:spcPts val="4500"/>
              </a:lnSpc>
            </a:pPr>
            <a:r>
              <a:rPr lang="en-US" sz="3600" cap="all" spc="200" dirty="0">
                <a:solidFill>
                  <a:schemeClr val="dk1"/>
                </a:solidFill>
                <a:highlight>
                  <a:schemeClr val="lt1"/>
                </a:highlight>
                <a:latin typeface="Red Hat Display ExtraBold"/>
                <a:ea typeface="Red Hat Display ExtraBold"/>
                <a:cs typeface="Red Hat Display ExtraBold"/>
                <a:sym typeface="Red Hat Display Medium"/>
              </a:rPr>
              <a:t>Crédito</a:t>
            </a:r>
          </a:p>
          <a:p>
            <a:pPr>
              <a:lnSpc>
                <a:spcPts val="4500"/>
              </a:lnSpc>
            </a:pPr>
            <a:endParaRPr lang="pt-BR" sz="3000" cap="all" spc="200" baseline="0" dirty="0">
              <a:latin typeface="Red Hat Display" panose="02010303040201060303" pitchFamily="2" charset="0"/>
            </a:endParaRPr>
          </a:p>
          <a:p>
            <a:pPr>
              <a:lnSpc>
                <a:spcPts val="4500"/>
              </a:lnSpc>
            </a:pPr>
            <a:r>
              <a:rPr lang="pt-BR" sz="3000" cap="all" spc="200" baseline="0" dirty="0">
                <a:solidFill>
                  <a:schemeClr val="tx1"/>
                </a:solidFill>
                <a:latin typeface="Red Hat Display" panose="02010303040201060303" pitchFamily="2" charset="0"/>
              </a:rPr>
              <a:t>Nome Sobrenome</a:t>
            </a:r>
          </a:p>
          <a:p>
            <a:pPr>
              <a:lnSpc>
                <a:spcPts val="4500"/>
              </a:lnSpc>
            </a:pPr>
            <a:r>
              <a:rPr lang="pt-BR" sz="3000" spc="200" baseline="0" dirty="0">
                <a:solidFill>
                  <a:schemeClr val="accent4"/>
                </a:solidFill>
                <a:latin typeface="Red Hat Display" panose="02010303040201060303" pitchFamily="2" charset="0"/>
              </a:rPr>
              <a:t>Afiliação</a:t>
            </a:r>
          </a:p>
          <a:p>
            <a:pPr>
              <a:lnSpc>
                <a:spcPts val="4500"/>
              </a:lnSpc>
            </a:pPr>
            <a:endParaRPr lang="en-US" sz="3000" cap="all" spc="200" dirty="0">
              <a:solidFill>
                <a:schemeClr val="dk1"/>
              </a:solidFill>
              <a:highlight>
                <a:schemeClr val="accent3"/>
              </a:highlight>
              <a:latin typeface="Red Hat Display ExtraBold" panose="02010303040201060303" pitchFamily="2" charset="0"/>
              <a:ea typeface="Red Hat Display"/>
              <a:cs typeface="Red Hat Display"/>
              <a:sym typeface="Red Hat Display Medium"/>
            </a:endParaRPr>
          </a:p>
          <a:p>
            <a:pPr>
              <a:lnSpc>
                <a:spcPts val="4500"/>
              </a:lnSpc>
            </a:pPr>
            <a:r>
              <a:rPr lang="pt-BR" sz="3000" cap="all" spc="200" baseline="0" dirty="0">
                <a:solidFill>
                  <a:schemeClr val="tx1"/>
                </a:solidFill>
                <a:latin typeface="Red Hat Display" panose="02010303040201060303" pitchFamily="2" charset="0"/>
              </a:rPr>
              <a:t>Nome Sobrenome</a:t>
            </a:r>
          </a:p>
          <a:p>
            <a:pPr>
              <a:lnSpc>
                <a:spcPts val="4500"/>
              </a:lnSpc>
            </a:pPr>
            <a:r>
              <a:rPr lang="pt-BR" sz="3000" spc="200" baseline="0" dirty="0">
                <a:solidFill>
                  <a:schemeClr val="accent4"/>
                </a:solidFill>
                <a:latin typeface="Red Hat Display" panose="02010303040201060303" pitchFamily="2" charset="0"/>
              </a:rPr>
              <a:t>Afiliação</a:t>
            </a:r>
          </a:p>
          <a:p>
            <a:pPr>
              <a:lnSpc>
                <a:spcPts val="4500"/>
              </a:lnSpc>
            </a:pPr>
            <a:endParaRPr lang="pt-BR" sz="3000" spc="200" baseline="0" dirty="0">
              <a:solidFill>
                <a:schemeClr val="accent4"/>
              </a:solidFill>
              <a:latin typeface="Red Hat Display" panose="02010303040201060303" pitchFamily="2" charset="0"/>
            </a:endParaRPr>
          </a:p>
          <a:p>
            <a:pPr>
              <a:lnSpc>
                <a:spcPts val="4500"/>
              </a:lnSpc>
            </a:pPr>
            <a:endParaRPr lang="en-US" sz="3000" cap="all" spc="200" dirty="0">
              <a:solidFill>
                <a:schemeClr val="dk1"/>
              </a:solidFill>
              <a:highlight>
                <a:schemeClr val="accent3"/>
              </a:highlight>
              <a:latin typeface="Red Hat Display ExtraBold" panose="02010303040201060303" pitchFamily="2" charset="0"/>
              <a:ea typeface="Red Hat Display"/>
              <a:cs typeface="Red Hat Display"/>
              <a:sym typeface="Red Hat Display Medium"/>
            </a:endParaRPr>
          </a:p>
          <a:p>
            <a:pPr>
              <a:lnSpc>
                <a:spcPts val="4500"/>
              </a:lnSpc>
            </a:pPr>
            <a:r>
              <a:rPr lang="en-US" sz="3600" cap="all" spc="200" dirty="0">
                <a:solidFill>
                  <a:schemeClr val="dk1"/>
                </a:solidFill>
                <a:highlight>
                  <a:schemeClr val="lt1"/>
                </a:highlight>
                <a:latin typeface="Red Hat Display ExtraBold"/>
                <a:ea typeface="Red Hat Display ExtraBold"/>
                <a:cs typeface="Red Hat Display ExtraBold"/>
                <a:sym typeface="Red Hat Display Medium"/>
              </a:rPr>
              <a:t>Crédito</a:t>
            </a:r>
          </a:p>
          <a:p>
            <a:pPr>
              <a:lnSpc>
                <a:spcPts val="4500"/>
              </a:lnSpc>
            </a:pPr>
            <a:endParaRPr lang="pt-BR" sz="3000" cap="all" spc="200" baseline="0" dirty="0">
              <a:latin typeface="Red Hat Display" panose="02010303040201060303" pitchFamily="2" charset="0"/>
            </a:endParaRPr>
          </a:p>
          <a:p>
            <a:pPr>
              <a:lnSpc>
                <a:spcPts val="4500"/>
              </a:lnSpc>
            </a:pPr>
            <a:r>
              <a:rPr lang="pt-BR" sz="3000" cap="all" spc="200" baseline="0" dirty="0">
                <a:solidFill>
                  <a:schemeClr val="tx1"/>
                </a:solidFill>
                <a:latin typeface="Red Hat Display" panose="02010303040201060303" pitchFamily="2" charset="0"/>
              </a:rPr>
              <a:t>Nome Sobrenome</a:t>
            </a:r>
          </a:p>
          <a:p>
            <a:pPr>
              <a:lnSpc>
                <a:spcPts val="4500"/>
              </a:lnSpc>
            </a:pPr>
            <a:r>
              <a:rPr lang="pt-BR" sz="3000" spc="200" baseline="0" dirty="0">
                <a:solidFill>
                  <a:schemeClr val="accent4"/>
                </a:solidFill>
                <a:latin typeface="Red Hat Display" panose="02010303040201060303" pitchFamily="2" charset="0"/>
              </a:rPr>
              <a:t>Afiliação</a:t>
            </a:r>
          </a:p>
          <a:p>
            <a:pPr>
              <a:lnSpc>
                <a:spcPts val="4500"/>
              </a:lnSpc>
            </a:pPr>
            <a:endParaRPr lang="en-US" sz="3000" cap="all" spc="200" dirty="0">
              <a:solidFill>
                <a:schemeClr val="dk1"/>
              </a:solidFill>
              <a:highlight>
                <a:schemeClr val="accent3"/>
              </a:highlight>
              <a:latin typeface="Red Hat Display ExtraBold" panose="02010303040201060303" pitchFamily="2" charset="0"/>
              <a:ea typeface="Red Hat Display"/>
              <a:cs typeface="Red Hat Display"/>
              <a:sym typeface="Red Hat Display Medium"/>
            </a:endParaRPr>
          </a:p>
          <a:p>
            <a:pPr>
              <a:lnSpc>
                <a:spcPts val="4500"/>
              </a:lnSpc>
            </a:pPr>
            <a:r>
              <a:rPr lang="pt-BR" sz="3000" cap="all" spc="200" baseline="0" dirty="0">
                <a:solidFill>
                  <a:schemeClr val="tx1"/>
                </a:solidFill>
                <a:latin typeface="Red Hat Display" panose="02010303040201060303" pitchFamily="2" charset="0"/>
              </a:rPr>
              <a:t>Nome Sobrenome</a:t>
            </a:r>
          </a:p>
          <a:p>
            <a:pPr>
              <a:lnSpc>
                <a:spcPts val="4500"/>
              </a:lnSpc>
            </a:pPr>
            <a:r>
              <a:rPr lang="pt-BR" sz="3000" spc="200" baseline="0" dirty="0">
                <a:solidFill>
                  <a:schemeClr val="accent4"/>
                </a:solidFill>
                <a:latin typeface="Red Hat Display" panose="02010303040201060303" pitchFamily="2" charset="0"/>
              </a:rPr>
              <a:t>Afiliação</a:t>
            </a:r>
          </a:p>
          <a:p>
            <a:pPr>
              <a:lnSpc>
                <a:spcPts val="4500"/>
              </a:lnSpc>
            </a:pPr>
            <a:endParaRPr lang="en-US" sz="3000" cap="all" spc="200" dirty="0">
              <a:solidFill>
                <a:schemeClr val="dk1"/>
              </a:solidFill>
              <a:highlight>
                <a:schemeClr val="accent3"/>
              </a:highlight>
              <a:latin typeface="Red Hat Display ExtraBold" panose="02010303040201060303" pitchFamily="2" charset="0"/>
              <a:ea typeface="Red Hat Display"/>
              <a:cs typeface="Red Hat Display"/>
              <a:sym typeface="Red Hat Display Medium"/>
            </a:endParaRPr>
          </a:p>
          <a:p>
            <a:pPr>
              <a:lnSpc>
                <a:spcPts val="4500"/>
              </a:lnSpc>
            </a:pPr>
            <a:endParaRPr lang="en-US" sz="3000" cap="all" spc="200" dirty="0">
              <a:solidFill>
                <a:schemeClr val="dk1"/>
              </a:solidFill>
              <a:highlight>
                <a:schemeClr val="accent3"/>
              </a:highlight>
              <a:latin typeface="Red Hat Display ExtraBold" panose="02010303040201060303" pitchFamily="2" charset="0"/>
              <a:ea typeface="Red Hat Display"/>
              <a:cs typeface="Red Hat Display"/>
              <a:sym typeface="Red Hat Display Medium"/>
            </a:endParaRPr>
          </a:p>
        </p:txBody>
      </p:sp>
    </p:spTree>
    <p:extLst>
      <p:ext uri="{BB962C8B-B14F-4D97-AF65-F5344CB8AC3E}">
        <p14:creationId xmlns:p14="http://schemas.microsoft.com/office/powerpoint/2010/main" val="365753747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">
          <a:extLst>
            <a:ext uri="{FF2B5EF4-FFF2-40B4-BE49-F238E27FC236}">
              <a16:creationId xmlns:a16="http://schemas.microsoft.com/office/drawing/2014/main" id="{369D1211-5426-0C86-8690-A0AD34E7B0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CaixaDeTexto 60">
            <a:extLst>
              <a:ext uri="{FF2B5EF4-FFF2-40B4-BE49-F238E27FC236}">
                <a16:creationId xmlns:a16="http://schemas.microsoft.com/office/drawing/2014/main" id="{A9276F73-6F12-055B-2BD7-B5313BE0BC5D}"/>
              </a:ext>
            </a:extLst>
          </p:cNvPr>
          <p:cNvSpPr txBox="1"/>
          <p:nvPr/>
        </p:nvSpPr>
        <p:spPr>
          <a:xfrm>
            <a:off x="2299855" y="14270182"/>
            <a:ext cx="18473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pt-BR" dirty="0"/>
          </a:p>
        </p:txBody>
      </p:sp>
      <p:graphicFrame>
        <p:nvGraphicFramePr>
          <p:cNvPr id="3" name="Tabela 2">
            <a:extLst>
              <a:ext uri="{FF2B5EF4-FFF2-40B4-BE49-F238E27FC236}">
                <a16:creationId xmlns:a16="http://schemas.microsoft.com/office/drawing/2014/main" id="{C8CC62C1-0693-EC90-68FD-5D1C1F4E4620}"/>
              </a:ext>
            </a:extLst>
          </p:cNvPr>
          <p:cNvGraphicFramePr>
            <a:graphicFrameLocks noGrp="1"/>
          </p:cNvGraphicFramePr>
          <p:nvPr/>
        </p:nvGraphicFramePr>
        <p:xfrm>
          <a:off x="1025525" y="3537954"/>
          <a:ext cx="11664950" cy="61480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664950">
                  <a:extLst>
                    <a:ext uri="{9D8B030D-6E8A-4147-A177-3AD203B41FA5}">
                      <a16:colId xmlns:a16="http://schemas.microsoft.com/office/drawing/2014/main" val="1017407972"/>
                    </a:ext>
                  </a:extLst>
                </a:gridCol>
              </a:tblGrid>
              <a:tr h="62525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pt-BR" sz="5400" spc="100" baseline="0" dirty="0">
                          <a:solidFill>
                            <a:schemeClr val="tx1"/>
                          </a:solidFill>
                          <a:latin typeface="Red Hat Display" panose="02010303040201060303" pitchFamily="2" charset="0"/>
                        </a:rPr>
                        <a:t>Pergunta l</a:t>
                      </a:r>
                      <a:r>
                        <a:rPr lang="pt-BR" sz="5400" b="0" i="0" spc="100" baseline="0" dirty="0">
                          <a:solidFill>
                            <a:schemeClr val="tx1"/>
                          </a:solidFill>
                          <a:effectLst/>
                          <a:latin typeface="Red Hat Display" panose="02010303040201060303" pitchFamily="2" charset="0"/>
                        </a:rPr>
                        <a:t>orem ipsum dolor sit amet, consectetur adipiscing elit?</a:t>
                      </a:r>
                      <a:endParaRPr lang="pt-BR" sz="5400" baseline="0" dirty="0">
                        <a:latin typeface="Red Hat Display" panose="02010303040201060303" pitchFamily="2" charset="0"/>
                      </a:endParaRPr>
                    </a:p>
                  </a:txBody>
                  <a:tcPr marL="0" marR="180000" marT="0" marB="36000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67573346"/>
                  </a:ext>
                </a:extLst>
              </a:tr>
              <a:tr h="240847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ts val="5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pt-BR" sz="3600" cap="none" spc="100" dirty="0">
                          <a:solidFill>
                            <a:schemeClr val="tx1"/>
                          </a:solidFill>
                          <a:latin typeface="Red Hat Display" panose="02010303040201060303" pitchFamily="2" charset="0"/>
                        </a:rPr>
                        <a:t>Resposta l</a:t>
                      </a:r>
                      <a:r>
                        <a:rPr lang="pt-BR" sz="3600" b="0" i="0" cap="none" spc="100" dirty="0">
                          <a:solidFill>
                            <a:schemeClr val="tx1"/>
                          </a:solidFill>
                          <a:effectLst/>
                          <a:latin typeface="Red Hat Display" panose="02010303040201060303" pitchFamily="2" charset="0"/>
                        </a:rPr>
                        <a:t>orem ipsum dolor sit amet, consectetur adipiscing elit. Opcionalmente, pode ser inserido um </a:t>
                      </a:r>
                      <a:r>
                        <a:rPr lang="pt-BR" sz="3600" b="0" i="0" u="none" strike="noStrike" cap="none" spc="100" baseline="0" dirty="0">
                          <a:solidFill>
                            <a:schemeClr val="dk1"/>
                          </a:solidFill>
                          <a:highlight>
                            <a:schemeClr val="accent3"/>
                          </a:highlight>
                          <a:latin typeface="Red Hat Display" panose="02010303040201060303" pitchFamily="2" charset="0"/>
                          <a:ea typeface="Red Hat Display"/>
                          <a:cs typeface="Red Hat Display"/>
                          <a:sym typeface="Arial"/>
                        </a:rPr>
                        <a:t>grifo rosa</a:t>
                      </a:r>
                      <a:r>
                        <a:rPr lang="pt-BR" sz="3600" b="0" i="0" cap="none" spc="100" dirty="0">
                          <a:solidFill>
                            <a:schemeClr val="tx1"/>
                          </a:solidFill>
                          <a:effectLst/>
                          <a:latin typeface="Red Hat Display" panose="02010303040201060303" pitchFamily="2" charset="0"/>
                        </a:rPr>
                        <a:t>. </a:t>
                      </a:r>
                      <a:r>
                        <a:rPr lang="pt-BR" sz="3600" b="0" i="0" cap="none" spc="100" dirty="0" err="1">
                          <a:solidFill>
                            <a:schemeClr val="tx1"/>
                          </a:solidFill>
                          <a:effectLst/>
                          <a:latin typeface="Red Hat Display" panose="02010303040201060303" pitchFamily="2" charset="0"/>
                        </a:rPr>
                        <a:t>Maecenas</a:t>
                      </a:r>
                      <a:r>
                        <a:rPr lang="pt-BR" sz="3600" b="0" i="0" cap="none" spc="100" dirty="0">
                          <a:solidFill>
                            <a:schemeClr val="tx1"/>
                          </a:solidFill>
                          <a:effectLst/>
                          <a:latin typeface="Red Hat Display" panose="02010303040201060303" pitchFamily="2" charset="0"/>
                        </a:rPr>
                        <a:t> metus massa, pulvinar in malesuada eu, aliquet nec elit. </a:t>
                      </a:r>
                      <a:endParaRPr lang="pt-BR" sz="3600" cap="none" spc="100" dirty="0">
                        <a:solidFill>
                          <a:schemeClr val="tx1"/>
                        </a:solidFill>
                        <a:latin typeface="Red Hat Display" panose="02010303040201060303" pitchFamily="2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lang="pt-BR" sz="5400" baseline="0" dirty="0">
                        <a:latin typeface="Red Hat Display" panose="02010303040201060303" pitchFamily="2" charset="0"/>
                      </a:endParaRPr>
                    </a:p>
                  </a:txBody>
                  <a:tcPr marL="0" marR="360000" marT="576000" marB="0">
                    <a:lnL w="12700" cmpd="sng">
                      <a:noFill/>
                    </a:lnL>
                    <a:lnR w="12700" cmpd="sng">
                      <a:noFill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5761382"/>
                  </a:ext>
                </a:extLst>
              </a:tr>
            </a:tbl>
          </a:graphicData>
        </a:graphic>
      </p:graphicFrame>
      <p:sp>
        <p:nvSpPr>
          <p:cNvPr id="2" name="Google Shape;24;g337081b69cc_0_7">
            <a:extLst>
              <a:ext uri="{FF2B5EF4-FFF2-40B4-BE49-F238E27FC236}">
                <a16:creationId xmlns:a16="http://schemas.microsoft.com/office/drawing/2014/main" id="{E25A37DE-0B33-3174-CAB3-22EACBBD1DF9}"/>
              </a:ext>
            </a:extLst>
          </p:cNvPr>
          <p:cNvSpPr txBox="1"/>
          <p:nvPr/>
        </p:nvSpPr>
        <p:spPr>
          <a:xfrm>
            <a:off x="1026000" y="1257854"/>
            <a:ext cx="11664000" cy="4701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3000" cap="all" spc="240" dirty="0">
                <a:solidFill>
                  <a:schemeClr val="dk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rPr>
              <a:t>Editoria</a:t>
            </a:r>
            <a:endParaRPr lang="pt-BR" sz="3000" cap="all" spc="240" dirty="0"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</p:spTree>
    <p:extLst>
      <p:ext uri="{BB962C8B-B14F-4D97-AF65-F5344CB8AC3E}">
        <p14:creationId xmlns:p14="http://schemas.microsoft.com/office/powerpoint/2010/main" val="264121925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">
          <a:extLst>
            <a:ext uri="{FF2B5EF4-FFF2-40B4-BE49-F238E27FC236}">
              <a16:creationId xmlns:a16="http://schemas.microsoft.com/office/drawing/2014/main" id="{D8F78C35-BFE0-DD52-2CD4-871C5A87D0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CaixaDeTexto 60">
            <a:extLst>
              <a:ext uri="{FF2B5EF4-FFF2-40B4-BE49-F238E27FC236}">
                <a16:creationId xmlns:a16="http://schemas.microsoft.com/office/drawing/2014/main" id="{819182D3-D9D6-466B-2581-D694EF156628}"/>
              </a:ext>
            </a:extLst>
          </p:cNvPr>
          <p:cNvSpPr txBox="1"/>
          <p:nvPr/>
        </p:nvSpPr>
        <p:spPr>
          <a:xfrm>
            <a:off x="2299855" y="14270182"/>
            <a:ext cx="18473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pt-BR" dirty="0"/>
          </a:p>
        </p:txBody>
      </p:sp>
      <p:sp>
        <p:nvSpPr>
          <p:cNvPr id="2" name="Google Shape;24;g337081b69cc_0_7">
            <a:extLst>
              <a:ext uri="{FF2B5EF4-FFF2-40B4-BE49-F238E27FC236}">
                <a16:creationId xmlns:a16="http://schemas.microsoft.com/office/drawing/2014/main" id="{C562DB25-2B29-E936-2CA9-99FA27FDF042}"/>
              </a:ext>
            </a:extLst>
          </p:cNvPr>
          <p:cNvSpPr txBox="1"/>
          <p:nvPr/>
        </p:nvSpPr>
        <p:spPr>
          <a:xfrm>
            <a:off x="1026000" y="1257854"/>
            <a:ext cx="11664000" cy="4701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3000" cap="all" spc="240" dirty="0">
                <a:solidFill>
                  <a:schemeClr val="dk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rPr>
              <a:t>Editoria</a:t>
            </a:r>
            <a:endParaRPr lang="pt-BR" sz="3000" cap="all" spc="240" dirty="0"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graphicFrame>
        <p:nvGraphicFramePr>
          <p:cNvPr id="4" name="Tabela 3">
            <a:extLst>
              <a:ext uri="{FF2B5EF4-FFF2-40B4-BE49-F238E27FC236}">
                <a16:creationId xmlns:a16="http://schemas.microsoft.com/office/drawing/2014/main" id="{EC0DA84C-65D6-FEBA-3F2F-1C626009301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11340016"/>
              </p:ext>
            </p:extLst>
          </p:nvPr>
        </p:nvGraphicFramePr>
        <p:xfrm>
          <a:off x="1025525" y="3537954"/>
          <a:ext cx="11664950" cy="61480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664950">
                  <a:extLst>
                    <a:ext uri="{9D8B030D-6E8A-4147-A177-3AD203B41FA5}">
                      <a16:colId xmlns:a16="http://schemas.microsoft.com/office/drawing/2014/main" val="1017407972"/>
                    </a:ext>
                  </a:extLst>
                </a:gridCol>
              </a:tblGrid>
              <a:tr h="62525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pt-BR" sz="5400" spc="100" baseline="0" dirty="0">
                          <a:solidFill>
                            <a:schemeClr val="tx1"/>
                          </a:solidFill>
                          <a:latin typeface="Red Hat Display" panose="02010303040201060303" pitchFamily="2" charset="0"/>
                        </a:rPr>
                        <a:t>Pergunta l</a:t>
                      </a:r>
                      <a:r>
                        <a:rPr lang="pt-BR" sz="5400" b="0" i="0" spc="100" baseline="0" dirty="0">
                          <a:solidFill>
                            <a:schemeClr val="tx1"/>
                          </a:solidFill>
                          <a:effectLst/>
                          <a:latin typeface="Red Hat Display" panose="02010303040201060303" pitchFamily="2" charset="0"/>
                        </a:rPr>
                        <a:t>orem ipsum dolor sit amet, consectetur adipiscing elit?</a:t>
                      </a:r>
                      <a:endParaRPr lang="pt-BR" sz="5400" baseline="0" dirty="0">
                        <a:latin typeface="Red Hat Display" panose="02010303040201060303" pitchFamily="2" charset="0"/>
                      </a:endParaRPr>
                    </a:p>
                  </a:txBody>
                  <a:tcPr marL="0" marR="180000" marT="0" marB="36000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67573346"/>
                  </a:ext>
                </a:extLst>
              </a:tr>
              <a:tr h="240847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ts val="5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pt-BR" sz="3600" cap="none" spc="100" dirty="0">
                          <a:solidFill>
                            <a:schemeClr val="tx1"/>
                          </a:solidFill>
                          <a:latin typeface="Red Hat Display" panose="02010303040201060303" pitchFamily="2" charset="0"/>
                        </a:rPr>
                        <a:t>Resposta l</a:t>
                      </a:r>
                      <a:r>
                        <a:rPr lang="pt-BR" sz="3600" b="0" i="0" cap="none" spc="100" dirty="0">
                          <a:solidFill>
                            <a:schemeClr val="tx1"/>
                          </a:solidFill>
                          <a:effectLst/>
                          <a:latin typeface="Red Hat Display" panose="02010303040201060303" pitchFamily="2" charset="0"/>
                        </a:rPr>
                        <a:t>orem ipsum dolor sit amet, consectetur adipiscing elit. Opcionalmente, pode ser inserido um </a:t>
                      </a:r>
                      <a:r>
                        <a:rPr lang="en-US" sz="3600" b="0" i="0" u="none" strike="noStrike" cap="none" spc="100" baseline="0" dirty="0" err="1">
                          <a:solidFill>
                            <a:schemeClr val="dk1"/>
                          </a:solidFill>
                          <a:highlight>
                            <a:schemeClr val="lt1"/>
                          </a:highlight>
                          <a:latin typeface="Red Hat Display" panose="02010303040201060303" pitchFamily="2" charset="0"/>
                          <a:ea typeface="Red Hat Display ExtraBold"/>
                          <a:cs typeface="Red Hat Display ExtraBold"/>
                          <a:sym typeface="Red Hat Display Medium"/>
                        </a:rPr>
                        <a:t>grifo</a:t>
                      </a:r>
                      <a:r>
                        <a:rPr lang="en-US" sz="3600" b="0" i="0" u="none" strike="noStrike" cap="none" spc="100" baseline="0" dirty="0">
                          <a:solidFill>
                            <a:schemeClr val="dk1"/>
                          </a:solidFill>
                          <a:highlight>
                            <a:schemeClr val="lt1"/>
                          </a:highlight>
                          <a:latin typeface="Red Hat Display" panose="02010303040201060303" pitchFamily="2" charset="0"/>
                          <a:ea typeface="Red Hat Display ExtraBold"/>
                          <a:cs typeface="Red Hat Display ExtraBold"/>
                          <a:sym typeface="Red Hat Display Medium"/>
                        </a:rPr>
                        <a:t> </a:t>
                      </a:r>
                      <a:r>
                        <a:rPr lang="en-US" sz="3600" b="0" i="0" u="none" strike="noStrike" cap="none" spc="100" baseline="0" dirty="0" err="1">
                          <a:solidFill>
                            <a:schemeClr val="dk1"/>
                          </a:solidFill>
                          <a:highlight>
                            <a:schemeClr val="lt1"/>
                          </a:highlight>
                          <a:latin typeface="Red Hat Display" panose="02010303040201060303" pitchFamily="2" charset="0"/>
                          <a:ea typeface="Red Hat Display ExtraBold"/>
                          <a:cs typeface="Red Hat Display ExtraBold"/>
                          <a:sym typeface="Red Hat Display Medium"/>
                        </a:rPr>
                        <a:t>branco</a:t>
                      </a:r>
                      <a:r>
                        <a:rPr lang="pt-BR" sz="3600" b="0" i="0" cap="none" spc="100" dirty="0">
                          <a:solidFill>
                            <a:schemeClr val="tx1"/>
                          </a:solidFill>
                          <a:effectLst/>
                          <a:latin typeface="Red Hat Display" panose="02010303040201060303" pitchFamily="2" charset="0"/>
                        </a:rPr>
                        <a:t>. </a:t>
                      </a:r>
                      <a:r>
                        <a:rPr lang="pt-BR" sz="3600" b="0" i="0" cap="none" spc="100" dirty="0" err="1">
                          <a:solidFill>
                            <a:schemeClr val="tx1"/>
                          </a:solidFill>
                          <a:effectLst/>
                          <a:latin typeface="Red Hat Display" panose="02010303040201060303" pitchFamily="2" charset="0"/>
                        </a:rPr>
                        <a:t>Maecenas</a:t>
                      </a:r>
                      <a:r>
                        <a:rPr lang="pt-BR" sz="3600" b="0" i="0" cap="none" spc="100" dirty="0">
                          <a:solidFill>
                            <a:schemeClr val="tx1"/>
                          </a:solidFill>
                          <a:effectLst/>
                          <a:latin typeface="Red Hat Display" panose="02010303040201060303" pitchFamily="2" charset="0"/>
                        </a:rPr>
                        <a:t> metus massa, pulvinar in malesuada eu, aliquet nec elit. </a:t>
                      </a:r>
                      <a:endParaRPr lang="pt-BR" sz="3600" cap="none" spc="100" dirty="0">
                        <a:solidFill>
                          <a:schemeClr val="tx1"/>
                        </a:solidFill>
                        <a:latin typeface="Red Hat Display" panose="02010303040201060303" pitchFamily="2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lang="pt-BR" sz="5400" baseline="0" dirty="0">
                        <a:latin typeface="Red Hat Display" panose="02010303040201060303" pitchFamily="2" charset="0"/>
                      </a:endParaRPr>
                    </a:p>
                  </a:txBody>
                  <a:tcPr marL="0" marR="360000" marT="576000" marB="0">
                    <a:lnL w="12700" cmpd="sng">
                      <a:noFill/>
                    </a:lnL>
                    <a:lnR w="12700" cmpd="sng">
                      <a:noFill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576138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0739690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">
          <a:extLst>
            <a:ext uri="{FF2B5EF4-FFF2-40B4-BE49-F238E27FC236}">
              <a16:creationId xmlns:a16="http://schemas.microsoft.com/office/drawing/2014/main" id="{5BAB30D0-CA24-B961-F755-3C9737D43B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FEE334D2-9E98-CFDB-1908-06E8F0904C5C}"/>
              </a:ext>
            </a:extLst>
          </p:cNvPr>
          <p:cNvSpPr txBox="1"/>
          <p:nvPr/>
        </p:nvSpPr>
        <p:spPr>
          <a:xfrm>
            <a:off x="1026000" y="3471434"/>
            <a:ext cx="11664000" cy="5731569"/>
          </a:xfrm>
          <a:prstGeom prst="rect">
            <a:avLst/>
          </a:prstGeom>
          <a:noFill/>
        </p:spPr>
        <p:txBody>
          <a:bodyPr wrap="square" lIns="0" tIns="0" rIns="612000" bIns="0" rtlCol="0">
            <a:spAutoFit/>
          </a:bodyPr>
          <a:lstStyle/>
          <a:p>
            <a:pPr>
              <a:lnSpc>
                <a:spcPts val="7200"/>
              </a:lnSpc>
            </a:pPr>
            <a:r>
              <a:rPr lang="pt-BR" sz="5400" spc="100" dirty="0">
                <a:solidFill>
                  <a:schemeClr val="tx1"/>
                </a:solidFill>
                <a:latin typeface="Red Hat Display" panose="02010303040201060303" pitchFamily="2" charset="0"/>
              </a:rPr>
              <a:t>“Citação curta</a:t>
            </a:r>
            <a:r>
              <a:rPr lang="pt-BR" sz="5400" b="0" i="0" spc="100" dirty="0">
                <a:solidFill>
                  <a:schemeClr val="tx1"/>
                </a:solidFill>
                <a:effectLst/>
                <a:latin typeface="Red Hat Display" panose="02010303040201060303" pitchFamily="2" charset="0"/>
              </a:rPr>
              <a:t> ipsum dolor sit amet, consectetur </a:t>
            </a:r>
            <a:r>
              <a:rPr lang="pt-BR" sz="5400" b="0" i="0" spc="100" dirty="0" err="1">
                <a:solidFill>
                  <a:schemeClr val="tx1"/>
                </a:solidFill>
                <a:effectLst/>
                <a:latin typeface="Red Hat Display" panose="02010303040201060303" pitchFamily="2" charset="0"/>
              </a:rPr>
              <a:t>adipiscing</a:t>
            </a:r>
            <a:r>
              <a:rPr lang="pt-BR" sz="5400" b="0" i="0" spc="100" dirty="0">
                <a:solidFill>
                  <a:schemeClr val="tx1"/>
                </a:solidFill>
                <a:effectLst/>
                <a:latin typeface="Red Hat Display" panose="02010303040201060303" pitchFamily="2" charset="0"/>
              </a:rPr>
              <a:t>. Maecenas elit et ipsum finibus, eget fermentum sapien rutrum”.</a:t>
            </a:r>
          </a:p>
          <a:p>
            <a:pPr>
              <a:lnSpc>
                <a:spcPts val="4500"/>
              </a:lnSpc>
              <a:spcBef>
                <a:spcPts val="4500"/>
              </a:spcBef>
            </a:pPr>
            <a:r>
              <a:rPr lang="en-US" sz="3000" cap="all" spc="200" dirty="0">
                <a:solidFill>
                  <a:schemeClr val="tx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rPr>
              <a:t>SOBRENOME, N., SOBRENOME, N., 2025.</a:t>
            </a:r>
            <a:endParaRPr lang="pt-BR" sz="3000" cap="all" spc="200" dirty="0">
              <a:solidFill>
                <a:schemeClr val="tx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  <a:p>
            <a:pPr>
              <a:lnSpc>
                <a:spcPts val="7200"/>
              </a:lnSpc>
            </a:pPr>
            <a:endParaRPr lang="pt-BR" sz="5400" spc="100" dirty="0">
              <a:solidFill>
                <a:schemeClr val="tx1"/>
              </a:solidFill>
              <a:latin typeface="Red Hat Display" panose="02010303040201060303" pitchFamily="2" charset="0"/>
            </a:endParaRPr>
          </a:p>
        </p:txBody>
      </p:sp>
      <p:sp>
        <p:nvSpPr>
          <p:cNvPr id="61" name="CaixaDeTexto 60">
            <a:extLst>
              <a:ext uri="{FF2B5EF4-FFF2-40B4-BE49-F238E27FC236}">
                <a16:creationId xmlns:a16="http://schemas.microsoft.com/office/drawing/2014/main" id="{CDECDA19-D185-562B-B029-1AD49E399A3B}"/>
              </a:ext>
            </a:extLst>
          </p:cNvPr>
          <p:cNvSpPr txBox="1"/>
          <p:nvPr/>
        </p:nvSpPr>
        <p:spPr>
          <a:xfrm>
            <a:off x="2299855" y="14270182"/>
            <a:ext cx="18473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pt-BR" dirty="0"/>
          </a:p>
        </p:txBody>
      </p:sp>
      <p:sp>
        <p:nvSpPr>
          <p:cNvPr id="4" name="Google Shape;24;g337081b69cc_0_7">
            <a:extLst>
              <a:ext uri="{FF2B5EF4-FFF2-40B4-BE49-F238E27FC236}">
                <a16:creationId xmlns:a16="http://schemas.microsoft.com/office/drawing/2014/main" id="{5066F051-59B8-7317-75F9-E9AA9A98A485}"/>
              </a:ext>
            </a:extLst>
          </p:cNvPr>
          <p:cNvSpPr txBox="1"/>
          <p:nvPr/>
        </p:nvSpPr>
        <p:spPr>
          <a:xfrm>
            <a:off x="1026000" y="1257854"/>
            <a:ext cx="11664000" cy="4701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3000" cap="all" spc="240" dirty="0">
                <a:solidFill>
                  <a:schemeClr val="dk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rPr>
              <a:t>Editoria</a:t>
            </a:r>
            <a:endParaRPr lang="pt-BR" sz="3000" cap="all" spc="240" dirty="0"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</p:spTree>
    <p:extLst>
      <p:ext uri="{BB962C8B-B14F-4D97-AF65-F5344CB8AC3E}">
        <p14:creationId xmlns:p14="http://schemas.microsoft.com/office/powerpoint/2010/main" val="94632551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">
          <a:extLst>
            <a:ext uri="{FF2B5EF4-FFF2-40B4-BE49-F238E27FC236}">
              <a16:creationId xmlns:a16="http://schemas.microsoft.com/office/drawing/2014/main" id="{E745B90C-BF73-B823-2B72-EB08E1B3A3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6DCA1BF4-1CC5-2617-E563-2496F9949513}"/>
              </a:ext>
            </a:extLst>
          </p:cNvPr>
          <p:cNvSpPr txBox="1"/>
          <p:nvPr/>
        </p:nvSpPr>
        <p:spPr>
          <a:xfrm>
            <a:off x="1025525" y="5659927"/>
            <a:ext cx="11664000" cy="6206563"/>
          </a:xfrm>
          <a:prstGeom prst="rect">
            <a:avLst/>
          </a:prstGeom>
          <a:noFill/>
        </p:spPr>
        <p:txBody>
          <a:bodyPr wrap="square" lIns="0" tIns="1080000" rIns="540000" bIns="0" rtlCol="0">
            <a:spAutoFit/>
          </a:bodyPr>
          <a:lstStyle/>
          <a:p>
            <a:pPr>
              <a:lnSpc>
                <a:spcPts val="6000"/>
              </a:lnSpc>
            </a:pPr>
            <a:r>
              <a:rPr lang="pt-BR" sz="4400" spc="100" dirty="0">
                <a:solidFill>
                  <a:schemeClr val="tx1"/>
                </a:solidFill>
                <a:latin typeface="Red Hat Display" panose="02010303040201060303" pitchFamily="2" charset="0"/>
              </a:rPr>
              <a:t>“Citação curta</a:t>
            </a:r>
            <a:r>
              <a:rPr lang="pt-BR" sz="4400" b="0" i="0" spc="100" dirty="0">
                <a:solidFill>
                  <a:schemeClr val="tx1"/>
                </a:solidFill>
                <a:effectLst/>
                <a:latin typeface="Red Hat Display" panose="02010303040201060303" pitchFamily="2" charset="0"/>
              </a:rPr>
              <a:t> ipsum dolor sit amet, consectetur adipiscing elit. </a:t>
            </a:r>
            <a:r>
              <a:rPr lang="pt-BR" sz="4400" b="0" i="0" spc="100" dirty="0" err="1">
                <a:solidFill>
                  <a:schemeClr val="tx1"/>
                </a:solidFill>
                <a:effectLst/>
                <a:latin typeface="Red Hat Display" panose="02010303040201060303" pitchFamily="2" charset="0"/>
              </a:rPr>
              <a:t>Maecenas</a:t>
            </a:r>
            <a:r>
              <a:rPr lang="pt-BR" sz="4400" b="0" i="0" spc="100" dirty="0">
                <a:solidFill>
                  <a:schemeClr val="tx1"/>
                </a:solidFill>
                <a:effectLst/>
                <a:latin typeface="Red Hat Display" panose="02010303040201060303" pitchFamily="2" charset="0"/>
              </a:rPr>
              <a:t> </a:t>
            </a:r>
            <a:r>
              <a:rPr lang="pt-BR" sz="4400" b="0" i="0" spc="100" dirty="0" err="1">
                <a:solidFill>
                  <a:schemeClr val="tx1"/>
                </a:solidFill>
                <a:effectLst/>
                <a:latin typeface="Red Hat Display" panose="02010303040201060303" pitchFamily="2" charset="0"/>
              </a:rPr>
              <a:t>elit</a:t>
            </a:r>
            <a:r>
              <a:rPr lang="pt-BR" sz="4400" b="0" i="0" spc="100" dirty="0">
                <a:solidFill>
                  <a:schemeClr val="tx1"/>
                </a:solidFill>
                <a:effectLst/>
                <a:latin typeface="Red Hat Display" panose="02010303040201060303" pitchFamily="2" charset="0"/>
              </a:rPr>
              <a:t> et ipsum finibus, eget fermentum </a:t>
            </a:r>
            <a:r>
              <a:rPr lang="pt-BR" sz="4400" b="0" i="0" spc="100" dirty="0" err="1">
                <a:solidFill>
                  <a:schemeClr val="tx1"/>
                </a:solidFill>
                <a:effectLst/>
                <a:latin typeface="Red Hat Display" panose="02010303040201060303" pitchFamily="2" charset="0"/>
              </a:rPr>
              <a:t>sapien</a:t>
            </a:r>
            <a:r>
              <a:rPr lang="pt-BR" sz="4400" b="0" i="0" spc="100" dirty="0">
                <a:solidFill>
                  <a:schemeClr val="tx1"/>
                </a:solidFill>
                <a:effectLst/>
                <a:latin typeface="Red Hat Display" panose="02010303040201060303" pitchFamily="2" charset="0"/>
              </a:rPr>
              <a:t> </a:t>
            </a:r>
            <a:r>
              <a:rPr lang="pt-BR" sz="4400" b="0" i="0" spc="100" dirty="0" err="1">
                <a:solidFill>
                  <a:schemeClr val="tx1"/>
                </a:solidFill>
                <a:effectLst/>
                <a:latin typeface="Red Hat Display" panose="02010303040201060303" pitchFamily="2" charset="0"/>
              </a:rPr>
              <a:t>rutrum</a:t>
            </a:r>
            <a:r>
              <a:rPr lang="pt-BR" sz="4400" b="0" i="0" spc="100" dirty="0">
                <a:solidFill>
                  <a:schemeClr val="tx1"/>
                </a:solidFill>
                <a:effectLst/>
                <a:latin typeface="Red Hat Display" panose="02010303040201060303" pitchFamily="2" charset="0"/>
              </a:rPr>
              <a:t> ipsum </a:t>
            </a:r>
            <a:r>
              <a:rPr lang="pt-BR" sz="4400" b="0" i="0" spc="100" dirty="0" err="1">
                <a:solidFill>
                  <a:schemeClr val="tx1"/>
                </a:solidFill>
                <a:effectLst/>
                <a:latin typeface="Red Hat Display" panose="02010303040201060303" pitchFamily="2" charset="0"/>
              </a:rPr>
              <a:t>dolor</a:t>
            </a:r>
            <a:r>
              <a:rPr lang="pt-BR" sz="4400" b="0" i="0" spc="100" dirty="0">
                <a:solidFill>
                  <a:schemeClr val="tx1"/>
                </a:solidFill>
                <a:effectLst/>
                <a:latin typeface="Red Hat Display" panose="02010303040201060303" pitchFamily="2" charset="0"/>
              </a:rPr>
              <a:t>”.</a:t>
            </a:r>
          </a:p>
          <a:p>
            <a:pPr>
              <a:lnSpc>
                <a:spcPts val="4500"/>
              </a:lnSpc>
              <a:spcBef>
                <a:spcPts val="4500"/>
              </a:spcBef>
            </a:pPr>
            <a:r>
              <a:rPr lang="en-US" sz="3000" cap="all" spc="200" dirty="0">
                <a:solidFill>
                  <a:schemeClr val="tx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rPr>
              <a:t>SOBRENOME, N., SOBRENOME, N., 2025.</a:t>
            </a:r>
            <a:endParaRPr lang="pt-BR" sz="3000" cap="all" spc="200" dirty="0">
              <a:solidFill>
                <a:schemeClr val="tx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  <a:p>
            <a:pPr>
              <a:lnSpc>
                <a:spcPts val="7200"/>
              </a:lnSpc>
            </a:pPr>
            <a:endParaRPr lang="pt-BR" sz="5400" spc="100" dirty="0">
              <a:solidFill>
                <a:schemeClr val="tx1"/>
              </a:solidFill>
              <a:latin typeface="Red Hat Display" panose="02010303040201060303" pitchFamily="2" charset="0"/>
            </a:endParaRPr>
          </a:p>
        </p:txBody>
      </p:sp>
      <p:sp>
        <p:nvSpPr>
          <p:cNvPr id="61" name="CaixaDeTexto 60">
            <a:extLst>
              <a:ext uri="{FF2B5EF4-FFF2-40B4-BE49-F238E27FC236}">
                <a16:creationId xmlns:a16="http://schemas.microsoft.com/office/drawing/2014/main" id="{CC986DA8-6BF3-7B83-53FE-67B6DEFABA17}"/>
              </a:ext>
            </a:extLst>
          </p:cNvPr>
          <p:cNvSpPr txBox="1"/>
          <p:nvPr/>
        </p:nvSpPr>
        <p:spPr>
          <a:xfrm>
            <a:off x="2299855" y="14270182"/>
            <a:ext cx="18473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pt-BR" dirty="0"/>
          </a:p>
        </p:txBody>
      </p:sp>
      <p:sp>
        <p:nvSpPr>
          <p:cNvPr id="3" name="Google Shape;24;g337081b69cc_0_7">
            <a:extLst>
              <a:ext uri="{FF2B5EF4-FFF2-40B4-BE49-F238E27FC236}">
                <a16:creationId xmlns:a16="http://schemas.microsoft.com/office/drawing/2014/main" id="{533B0059-93E2-A8A4-27FF-182282D86BE1}"/>
              </a:ext>
            </a:extLst>
          </p:cNvPr>
          <p:cNvSpPr txBox="1"/>
          <p:nvPr/>
        </p:nvSpPr>
        <p:spPr>
          <a:xfrm>
            <a:off x="1026000" y="3657600"/>
            <a:ext cx="4606028" cy="912966"/>
          </a:xfrm>
          <a:prstGeom prst="roundRect">
            <a:avLst/>
          </a:prstGeom>
          <a:solidFill>
            <a:schemeClr val="accent3"/>
          </a:solidFill>
          <a:ln w="31750">
            <a:solidFill>
              <a:schemeClr val="tx1"/>
            </a:solidFill>
          </a:ln>
        </p:spPr>
        <p:txBody>
          <a:bodyPr spcFirstLastPara="1" wrap="none" lIns="432000" tIns="180000" rIns="432000" bIns="180000" anchor="ctr" anchorCtr="0">
            <a:spAutoFit/>
          </a:bodyPr>
          <a:lstStyle/>
          <a:p>
            <a:r>
              <a:rPr lang="en-US" sz="3000" cap="all" spc="240" dirty="0" err="1">
                <a:solidFill>
                  <a:schemeClr val="dk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rPr>
              <a:t>palavra-chave</a:t>
            </a:r>
            <a:endParaRPr lang="pt-BR" sz="3000" cap="all" spc="240" dirty="0"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4" name="Google Shape;24;g337081b69cc_0_7">
            <a:extLst>
              <a:ext uri="{FF2B5EF4-FFF2-40B4-BE49-F238E27FC236}">
                <a16:creationId xmlns:a16="http://schemas.microsoft.com/office/drawing/2014/main" id="{C599E702-C08F-863F-BC16-F8DF97E6020C}"/>
              </a:ext>
            </a:extLst>
          </p:cNvPr>
          <p:cNvSpPr txBox="1"/>
          <p:nvPr/>
        </p:nvSpPr>
        <p:spPr>
          <a:xfrm>
            <a:off x="5874074" y="3657600"/>
            <a:ext cx="5536345" cy="912966"/>
          </a:xfrm>
          <a:prstGeom prst="roundRect">
            <a:avLst/>
          </a:prstGeom>
          <a:solidFill>
            <a:schemeClr val="accent3"/>
          </a:solidFill>
          <a:ln w="31750">
            <a:solidFill>
              <a:schemeClr val="tx1"/>
            </a:solidFill>
          </a:ln>
        </p:spPr>
        <p:txBody>
          <a:bodyPr spcFirstLastPara="1" wrap="none" lIns="432000" tIns="180000" rIns="432000" bIns="180000" anchor="ctr" anchorCtr="0">
            <a:spAutoFit/>
          </a:bodyPr>
          <a:lstStyle/>
          <a:p>
            <a:r>
              <a:rPr lang="en-US" sz="3000" cap="all" spc="240" dirty="0">
                <a:solidFill>
                  <a:schemeClr val="dk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rPr>
              <a:t>Lorem ipsum dolor</a:t>
            </a:r>
            <a:endParaRPr lang="pt-BR" sz="3000" cap="all" spc="240" dirty="0"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5" name="Google Shape;24;g337081b69cc_0_7">
            <a:extLst>
              <a:ext uri="{FF2B5EF4-FFF2-40B4-BE49-F238E27FC236}">
                <a16:creationId xmlns:a16="http://schemas.microsoft.com/office/drawing/2014/main" id="{3EF6D655-FA97-C494-FC1F-D9AC13F026E9}"/>
              </a:ext>
            </a:extLst>
          </p:cNvPr>
          <p:cNvSpPr txBox="1"/>
          <p:nvPr/>
        </p:nvSpPr>
        <p:spPr>
          <a:xfrm>
            <a:off x="6677798" y="4746961"/>
            <a:ext cx="3928896" cy="912966"/>
          </a:xfrm>
          <a:prstGeom prst="roundRect">
            <a:avLst/>
          </a:prstGeom>
          <a:solidFill>
            <a:schemeClr val="accent3"/>
          </a:solidFill>
          <a:ln w="31750">
            <a:solidFill>
              <a:schemeClr val="tx1"/>
            </a:solidFill>
          </a:ln>
        </p:spPr>
        <p:txBody>
          <a:bodyPr spcFirstLastPara="1" wrap="none" lIns="432000" tIns="180000" rIns="432000" bIns="180000" anchor="ctr" anchorCtr="0">
            <a:spAutoFit/>
          </a:bodyPr>
          <a:lstStyle/>
          <a:p>
            <a:r>
              <a:rPr lang="en-US" sz="3000" cap="all" spc="240" dirty="0">
                <a:solidFill>
                  <a:schemeClr val="dk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rPr>
              <a:t>ipsum dolor</a:t>
            </a:r>
            <a:endParaRPr lang="pt-BR" sz="3000" cap="all" spc="240" dirty="0"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6" name="Google Shape;24;g337081b69cc_0_7">
            <a:extLst>
              <a:ext uri="{FF2B5EF4-FFF2-40B4-BE49-F238E27FC236}">
                <a16:creationId xmlns:a16="http://schemas.microsoft.com/office/drawing/2014/main" id="{17972386-83DB-CCCE-C475-092DF912B25E}"/>
              </a:ext>
            </a:extLst>
          </p:cNvPr>
          <p:cNvSpPr txBox="1"/>
          <p:nvPr/>
        </p:nvSpPr>
        <p:spPr>
          <a:xfrm>
            <a:off x="1026000" y="4746961"/>
            <a:ext cx="5430819" cy="912966"/>
          </a:xfrm>
          <a:prstGeom prst="roundRect">
            <a:avLst/>
          </a:prstGeom>
          <a:solidFill>
            <a:schemeClr val="accent3"/>
          </a:solidFill>
          <a:ln w="31750">
            <a:solidFill>
              <a:schemeClr val="tx1"/>
            </a:solidFill>
          </a:ln>
        </p:spPr>
        <p:txBody>
          <a:bodyPr spcFirstLastPara="1" wrap="none" lIns="432000" tIns="180000" rIns="432000" bIns="180000" anchor="ctr" anchorCtr="0">
            <a:spAutoFit/>
          </a:bodyPr>
          <a:lstStyle/>
          <a:p>
            <a:r>
              <a:rPr lang="en-US" sz="3000" cap="all" spc="240" dirty="0" err="1">
                <a:solidFill>
                  <a:schemeClr val="dk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rPr>
              <a:t>amet</a:t>
            </a:r>
            <a:r>
              <a:rPr lang="en-US" sz="3000" cap="all" spc="240" dirty="0">
                <a:solidFill>
                  <a:schemeClr val="dk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rPr>
              <a:t> </a:t>
            </a:r>
            <a:r>
              <a:rPr lang="en-US" sz="3000" cap="all" spc="240" dirty="0" err="1">
                <a:solidFill>
                  <a:schemeClr val="dk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rPr>
              <a:t>consectetur</a:t>
            </a:r>
            <a:endParaRPr lang="pt-BR" sz="3000" cap="all" spc="240" dirty="0"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7" name="Google Shape;24;g337081b69cc_0_7">
            <a:extLst>
              <a:ext uri="{FF2B5EF4-FFF2-40B4-BE49-F238E27FC236}">
                <a16:creationId xmlns:a16="http://schemas.microsoft.com/office/drawing/2014/main" id="{F2BD3F67-45AB-B84B-05B8-84E64ACCCE40}"/>
              </a:ext>
            </a:extLst>
          </p:cNvPr>
          <p:cNvSpPr txBox="1"/>
          <p:nvPr/>
        </p:nvSpPr>
        <p:spPr>
          <a:xfrm>
            <a:off x="1026000" y="1257854"/>
            <a:ext cx="11664000" cy="4701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3000" cap="all" spc="240" dirty="0">
                <a:solidFill>
                  <a:schemeClr val="dk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rPr>
              <a:t>Editoria</a:t>
            </a:r>
            <a:endParaRPr lang="pt-BR" sz="3000" cap="all" spc="240" dirty="0"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</p:spTree>
    <p:extLst>
      <p:ext uri="{BB962C8B-B14F-4D97-AF65-F5344CB8AC3E}">
        <p14:creationId xmlns:p14="http://schemas.microsoft.com/office/powerpoint/2010/main" val="29136541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">
          <a:extLst>
            <a:ext uri="{FF2B5EF4-FFF2-40B4-BE49-F238E27FC236}">
              <a16:creationId xmlns:a16="http://schemas.microsoft.com/office/drawing/2014/main" id="{00D53C83-4C57-9E7C-C529-EC6AB46354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D6A06570-00EF-792A-EA87-F79E8A89D1C6}"/>
              </a:ext>
            </a:extLst>
          </p:cNvPr>
          <p:cNvSpPr txBox="1"/>
          <p:nvPr/>
        </p:nvSpPr>
        <p:spPr>
          <a:xfrm>
            <a:off x="1025525" y="5659927"/>
            <a:ext cx="11664000" cy="6206563"/>
          </a:xfrm>
          <a:prstGeom prst="rect">
            <a:avLst/>
          </a:prstGeom>
          <a:noFill/>
        </p:spPr>
        <p:txBody>
          <a:bodyPr wrap="square" lIns="0" tIns="1080000" rIns="540000" bIns="0" rtlCol="0">
            <a:spAutoFit/>
          </a:bodyPr>
          <a:lstStyle/>
          <a:p>
            <a:pPr>
              <a:lnSpc>
                <a:spcPts val="6000"/>
              </a:lnSpc>
            </a:pPr>
            <a:r>
              <a:rPr lang="pt-BR" sz="4400" spc="100" dirty="0">
                <a:solidFill>
                  <a:schemeClr val="tx1"/>
                </a:solidFill>
                <a:latin typeface="Red Hat Display" panose="02010303040201060303" pitchFamily="2" charset="0"/>
              </a:rPr>
              <a:t>“Citação curta</a:t>
            </a:r>
            <a:r>
              <a:rPr lang="pt-BR" sz="4400" b="0" i="0" spc="100" dirty="0">
                <a:solidFill>
                  <a:schemeClr val="tx1"/>
                </a:solidFill>
                <a:effectLst/>
                <a:latin typeface="Red Hat Display" panose="02010303040201060303" pitchFamily="2" charset="0"/>
              </a:rPr>
              <a:t> ipsum dolor sit amet, consectetur adipiscing elit. </a:t>
            </a:r>
            <a:r>
              <a:rPr lang="pt-BR" sz="4400" b="0" i="0" spc="100" dirty="0" err="1">
                <a:solidFill>
                  <a:schemeClr val="tx1"/>
                </a:solidFill>
                <a:effectLst/>
                <a:latin typeface="Red Hat Display" panose="02010303040201060303" pitchFamily="2" charset="0"/>
              </a:rPr>
              <a:t>Maecenas</a:t>
            </a:r>
            <a:r>
              <a:rPr lang="pt-BR" sz="4400" b="0" i="0" spc="100" dirty="0">
                <a:solidFill>
                  <a:schemeClr val="tx1"/>
                </a:solidFill>
                <a:effectLst/>
                <a:latin typeface="Red Hat Display" panose="02010303040201060303" pitchFamily="2" charset="0"/>
              </a:rPr>
              <a:t> </a:t>
            </a:r>
            <a:r>
              <a:rPr lang="pt-BR" sz="4400" b="0" i="0" spc="100" dirty="0" err="1">
                <a:solidFill>
                  <a:schemeClr val="tx1"/>
                </a:solidFill>
                <a:effectLst/>
                <a:latin typeface="Red Hat Display" panose="02010303040201060303" pitchFamily="2" charset="0"/>
              </a:rPr>
              <a:t>elit</a:t>
            </a:r>
            <a:r>
              <a:rPr lang="pt-BR" sz="4400" b="0" i="0" spc="100" dirty="0">
                <a:solidFill>
                  <a:schemeClr val="tx1"/>
                </a:solidFill>
                <a:effectLst/>
                <a:latin typeface="Red Hat Display" panose="02010303040201060303" pitchFamily="2" charset="0"/>
              </a:rPr>
              <a:t> et ipsum finibus, eget fermentum </a:t>
            </a:r>
            <a:r>
              <a:rPr lang="pt-BR" sz="4400" b="0" i="0" spc="100" dirty="0" err="1">
                <a:solidFill>
                  <a:schemeClr val="tx1"/>
                </a:solidFill>
                <a:effectLst/>
                <a:latin typeface="Red Hat Display" panose="02010303040201060303" pitchFamily="2" charset="0"/>
              </a:rPr>
              <a:t>sapien</a:t>
            </a:r>
            <a:r>
              <a:rPr lang="pt-BR" sz="4400" b="0" i="0" spc="100" dirty="0">
                <a:solidFill>
                  <a:schemeClr val="tx1"/>
                </a:solidFill>
                <a:effectLst/>
                <a:latin typeface="Red Hat Display" panose="02010303040201060303" pitchFamily="2" charset="0"/>
              </a:rPr>
              <a:t> </a:t>
            </a:r>
            <a:r>
              <a:rPr lang="pt-BR" sz="4400" b="0" i="0" spc="100" dirty="0" err="1">
                <a:solidFill>
                  <a:schemeClr val="tx1"/>
                </a:solidFill>
                <a:effectLst/>
                <a:latin typeface="Red Hat Display" panose="02010303040201060303" pitchFamily="2" charset="0"/>
              </a:rPr>
              <a:t>rutrum</a:t>
            </a:r>
            <a:r>
              <a:rPr lang="pt-BR" sz="4400" b="0" i="0" spc="100" dirty="0">
                <a:solidFill>
                  <a:schemeClr val="tx1"/>
                </a:solidFill>
                <a:effectLst/>
                <a:latin typeface="Red Hat Display" panose="02010303040201060303" pitchFamily="2" charset="0"/>
              </a:rPr>
              <a:t> ipsum </a:t>
            </a:r>
            <a:r>
              <a:rPr lang="pt-BR" sz="4400" b="0" i="0" spc="100" dirty="0" err="1">
                <a:solidFill>
                  <a:schemeClr val="tx1"/>
                </a:solidFill>
                <a:effectLst/>
                <a:latin typeface="Red Hat Display" panose="02010303040201060303" pitchFamily="2" charset="0"/>
              </a:rPr>
              <a:t>dolor</a:t>
            </a:r>
            <a:r>
              <a:rPr lang="pt-BR" sz="4400" b="0" i="0" spc="100" dirty="0">
                <a:solidFill>
                  <a:schemeClr val="tx1"/>
                </a:solidFill>
                <a:effectLst/>
                <a:latin typeface="Red Hat Display" panose="02010303040201060303" pitchFamily="2" charset="0"/>
              </a:rPr>
              <a:t>”.</a:t>
            </a:r>
          </a:p>
          <a:p>
            <a:pPr>
              <a:lnSpc>
                <a:spcPts val="4500"/>
              </a:lnSpc>
              <a:spcBef>
                <a:spcPts val="4500"/>
              </a:spcBef>
            </a:pPr>
            <a:r>
              <a:rPr lang="en-US" sz="3000" cap="all" spc="200" dirty="0">
                <a:solidFill>
                  <a:schemeClr val="tx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rPr>
              <a:t>SOBRENOME, N., SOBRENOME, N., 2025.</a:t>
            </a:r>
            <a:endParaRPr lang="pt-BR" sz="3000" cap="all" spc="200" dirty="0">
              <a:solidFill>
                <a:schemeClr val="tx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  <a:p>
            <a:pPr>
              <a:lnSpc>
                <a:spcPts val="7200"/>
              </a:lnSpc>
            </a:pPr>
            <a:endParaRPr lang="pt-BR" sz="5400" spc="100" dirty="0">
              <a:solidFill>
                <a:schemeClr val="tx1"/>
              </a:solidFill>
              <a:latin typeface="Red Hat Display" panose="02010303040201060303" pitchFamily="2" charset="0"/>
            </a:endParaRPr>
          </a:p>
        </p:txBody>
      </p:sp>
      <p:sp>
        <p:nvSpPr>
          <p:cNvPr id="61" name="CaixaDeTexto 60">
            <a:extLst>
              <a:ext uri="{FF2B5EF4-FFF2-40B4-BE49-F238E27FC236}">
                <a16:creationId xmlns:a16="http://schemas.microsoft.com/office/drawing/2014/main" id="{54AB5FF7-C32C-4EE1-1D51-B4F728A2D616}"/>
              </a:ext>
            </a:extLst>
          </p:cNvPr>
          <p:cNvSpPr txBox="1"/>
          <p:nvPr/>
        </p:nvSpPr>
        <p:spPr>
          <a:xfrm>
            <a:off x="2299855" y="14270182"/>
            <a:ext cx="18473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pt-BR" dirty="0"/>
          </a:p>
        </p:txBody>
      </p:sp>
      <p:sp>
        <p:nvSpPr>
          <p:cNvPr id="3" name="Google Shape;24;g337081b69cc_0_7">
            <a:extLst>
              <a:ext uri="{FF2B5EF4-FFF2-40B4-BE49-F238E27FC236}">
                <a16:creationId xmlns:a16="http://schemas.microsoft.com/office/drawing/2014/main" id="{6FCC6E69-0A44-97E4-7B77-7ADF077092D6}"/>
              </a:ext>
            </a:extLst>
          </p:cNvPr>
          <p:cNvSpPr txBox="1"/>
          <p:nvPr/>
        </p:nvSpPr>
        <p:spPr>
          <a:xfrm>
            <a:off x="1026000" y="3657600"/>
            <a:ext cx="4606028" cy="912966"/>
          </a:xfrm>
          <a:prstGeom prst="roundRect">
            <a:avLst/>
          </a:prstGeom>
          <a:solidFill>
            <a:schemeClr val="bg1"/>
          </a:solidFill>
          <a:ln w="31750">
            <a:solidFill>
              <a:schemeClr val="tx1"/>
            </a:solidFill>
          </a:ln>
        </p:spPr>
        <p:txBody>
          <a:bodyPr spcFirstLastPara="1" wrap="none" lIns="432000" tIns="180000" rIns="432000" bIns="180000" anchor="ctr" anchorCtr="0">
            <a:spAutoFit/>
          </a:bodyPr>
          <a:lstStyle/>
          <a:p>
            <a:r>
              <a:rPr lang="en-US" sz="3000" cap="all" spc="240" dirty="0" err="1">
                <a:solidFill>
                  <a:schemeClr val="dk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rPr>
              <a:t>palavra-chave</a:t>
            </a:r>
            <a:endParaRPr lang="pt-BR" sz="3000" cap="all" spc="240" dirty="0"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4" name="Google Shape;24;g337081b69cc_0_7">
            <a:extLst>
              <a:ext uri="{FF2B5EF4-FFF2-40B4-BE49-F238E27FC236}">
                <a16:creationId xmlns:a16="http://schemas.microsoft.com/office/drawing/2014/main" id="{A42886F0-E802-BEBB-4F7C-7E825418EB6D}"/>
              </a:ext>
            </a:extLst>
          </p:cNvPr>
          <p:cNvSpPr txBox="1"/>
          <p:nvPr/>
        </p:nvSpPr>
        <p:spPr>
          <a:xfrm>
            <a:off x="5874074" y="3657600"/>
            <a:ext cx="5536345" cy="912966"/>
          </a:xfrm>
          <a:prstGeom prst="roundRect">
            <a:avLst/>
          </a:prstGeom>
          <a:solidFill>
            <a:schemeClr val="bg1"/>
          </a:solidFill>
          <a:ln w="31750">
            <a:solidFill>
              <a:schemeClr val="tx1"/>
            </a:solidFill>
          </a:ln>
        </p:spPr>
        <p:txBody>
          <a:bodyPr spcFirstLastPara="1" wrap="none" lIns="432000" tIns="180000" rIns="432000" bIns="180000" anchor="ctr" anchorCtr="0">
            <a:spAutoFit/>
          </a:bodyPr>
          <a:lstStyle/>
          <a:p>
            <a:r>
              <a:rPr lang="en-US" sz="3000" cap="all" spc="240" dirty="0">
                <a:solidFill>
                  <a:schemeClr val="dk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rPr>
              <a:t>Lorem ipsum dolor</a:t>
            </a:r>
            <a:endParaRPr lang="pt-BR" sz="3000" cap="all" spc="240" dirty="0"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5" name="Google Shape;24;g337081b69cc_0_7">
            <a:extLst>
              <a:ext uri="{FF2B5EF4-FFF2-40B4-BE49-F238E27FC236}">
                <a16:creationId xmlns:a16="http://schemas.microsoft.com/office/drawing/2014/main" id="{8EECA43F-1737-C2DF-53A7-841CC254979C}"/>
              </a:ext>
            </a:extLst>
          </p:cNvPr>
          <p:cNvSpPr txBox="1"/>
          <p:nvPr/>
        </p:nvSpPr>
        <p:spPr>
          <a:xfrm>
            <a:off x="6677798" y="4746961"/>
            <a:ext cx="3928896" cy="912966"/>
          </a:xfrm>
          <a:prstGeom prst="roundRect">
            <a:avLst/>
          </a:prstGeom>
          <a:solidFill>
            <a:schemeClr val="bg1"/>
          </a:solidFill>
          <a:ln w="31750">
            <a:solidFill>
              <a:schemeClr val="tx1"/>
            </a:solidFill>
          </a:ln>
        </p:spPr>
        <p:txBody>
          <a:bodyPr spcFirstLastPara="1" wrap="none" lIns="432000" tIns="180000" rIns="432000" bIns="180000" anchor="ctr" anchorCtr="0">
            <a:spAutoFit/>
          </a:bodyPr>
          <a:lstStyle/>
          <a:p>
            <a:r>
              <a:rPr lang="en-US" sz="3000" cap="all" spc="240" dirty="0">
                <a:solidFill>
                  <a:schemeClr val="dk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rPr>
              <a:t>ipsum dolor</a:t>
            </a:r>
            <a:endParaRPr lang="pt-BR" sz="3000" cap="all" spc="240" dirty="0"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6" name="Google Shape;24;g337081b69cc_0_7">
            <a:extLst>
              <a:ext uri="{FF2B5EF4-FFF2-40B4-BE49-F238E27FC236}">
                <a16:creationId xmlns:a16="http://schemas.microsoft.com/office/drawing/2014/main" id="{9A60A126-D412-274F-E2DB-EE74A8FB301C}"/>
              </a:ext>
            </a:extLst>
          </p:cNvPr>
          <p:cNvSpPr txBox="1"/>
          <p:nvPr/>
        </p:nvSpPr>
        <p:spPr>
          <a:xfrm>
            <a:off x="1026000" y="4746961"/>
            <a:ext cx="5430819" cy="912966"/>
          </a:xfrm>
          <a:prstGeom prst="roundRect">
            <a:avLst/>
          </a:prstGeom>
          <a:solidFill>
            <a:schemeClr val="bg1"/>
          </a:solidFill>
          <a:ln w="31750">
            <a:solidFill>
              <a:schemeClr val="tx1"/>
            </a:solidFill>
          </a:ln>
        </p:spPr>
        <p:txBody>
          <a:bodyPr spcFirstLastPara="1" wrap="none" lIns="432000" tIns="180000" rIns="432000" bIns="180000" anchor="ctr" anchorCtr="0">
            <a:spAutoFit/>
          </a:bodyPr>
          <a:lstStyle/>
          <a:p>
            <a:r>
              <a:rPr lang="en-US" sz="3000" cap="all" spc="240" dirty="0" err="1">
                <a:solidFill>
                  <a:schemeClr val="dk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rPr>
              <a:t>amet</a:t>
            </a:r>
            <a:r>
              <a:rPr lang="en-US" sz="3000" cap="all" spc="240" dirty="0">
                <a:solidFill>
                  <a:schemeClr val="dk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rPr>
              <a:t> </a:t>
            </a:r>
            <a:r>
              <a:rPr lang="en-US" sz="3000" cap="all" spc="240" dirty="0" err="1">
                <a:solidFill>
                  <a:schemeClr val="dk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rPr>
              <a:t>consectetur</a:t>
            </a:r>
            <a:endParaRPr lang="pt-BR" sz="3000" cap="all" spc="240" dirty="0"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7" name="Google Shape;24;g337081b69cc_0_7">
            <a:extLst>
              <a:ext uri="{FF2B5EF4-FFF2-40B4-BE49-F238E27FC236}">
                <a16:creationId xmlns:a16="http://schemas.microsoft.com/office/drawing/2014/main" id="{1E063FD7-8649-6021-CD19-4B149E25F3D9}"/>
              </a:ext>
            </a:extLst>
          </p:cNvPr>
          <p:cNvSpPr txBox="1"/>
          <p:nvPr/>
        </p:nvSpPr>
        <p:spPr>
          <a:xfrm>
            <a:off x="1026000" y="1257854"/>
            <a:ext cx="11664000" cy="4701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3000" cap="all" spc="240" dirty="0">
                <a:solidFill>
                  <a:schemeClr val="dk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rPr>
              <a:t>Editoria</a:t>
            </a:r>
            <a:endParaRPr lang="pt-BR" sz="3000" cap="all" spc="240" dirty="0"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</p:spTree>
    <p:extLst>
      <p:ext uri="{BB962C8B-B14F-4D97-AF65-F5344CB8AC3E}">
        <p14:creationId xmlns:p14="http://schemas.microsoft.com/office/powerpoint/2010/main" val="56529161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">
          <a:extLst>
            <a:ext uri="{FF2B5EF4-FFF2-40B4-BE49-F238E27FC236}">
              <a16:creationId xmlns:a16="http://schemas.microsoft.com/office/drawing/2014/main" id="{3B0430F1-12FC-C927-66C8-683284C29B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CaixaDeTexto 60">
            <a:extLst>
              <a:ext uri="{FF2B5EF4-FFF2-40B4-BE49-F238E27FC236}">
                <a16:creationId xmlns:a16="http://schemas.microsoft.com/office/drawing/2014/main" id="{FD5EB3E1-8660-D8BF-2AA4-77FDCC69590C}"/>
              </a:ext>
            </a:extLst>
          </p:cNvPr>
          <p:cNvSpPr txBox="1"/>
          <p:nvPr/>
        </p:nvSpPr>
        <p:spPr>
          <a:xfrm>
            <a:off x="2299855" y="14270182"/>
            <a:ext cx="18473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pt-BR" dirty="0"/>
          </a:p>
        </p:txBody>
      </p:sp>
      <p:graphicFrame>
        <p:nvGraphicFramePr>
          <p:cNvPr id="9" name="Tabela 8">
            <a:extLst>
              <a:ext uri="{FF2B5EF4-FFF2-40B4-BE49-F238E27FC236}">
                <a16:creationId xmlns:a16="http://schemas.microsoft.com/office/drawing/2014/main" id="{FD3A78CF-315D-C4F2-4B62-9C23B1E9EF26}"/>
              </a:ext>
            </a:extLst>
          </p:cNvPr>
          <p:cNvGraphicFramePr>
            <a:graphicFrameLocks noGrp="1"/>
          </p:cNvGraphicFramePr>
          <p:nvPr/>
        </p:nvGraphicFramePr>
        <p:xfrm>
          <a:off x="1026000" y="3495873"/>
          <a:ext cx="11664000" cy="7820716"/>
        </p:xfrm>
        <a:graphic>
          <a:graphicData uri="http://schemas.openxmlformats.org/drawingml/2006/table">
            <a:tbl>
              <a:tblPr/>
              <a:tblGrid>
                <a:gridCol w="11664000">
                  <a:extLst>
                    <a:ext uri="{9D8B030D-6E8A-4147-A177-3AD203B41FA5}">
                      <a16:colId xmlns:a16="http://schemas.microsoft.com/office/drawing/2014/main" val="2701386553"/>
                    </a:ext>
                  </a:extLst>
                </a:gridCol>
              </a:tblGrid>
              <a:tr h="4423893">
                <a:tc>
                  <a:txBody>
                    <a:bodyPr/>
                    <a:lstStyle/>
                    <a:p>
                      <a:pPr>
                        <a:lnSpc>
                          <a:spcPts val="5400"/>
                        </a:lnSpc>
                      </a:pPr>
                      <a:r>
                        <a:rPr lang="pt-BR" sz="3600" cap="none" spc="100" dirty="0">
                          <a:solidFill>
                            <a:schemeClr val="tx1"/>
                          </a:solidFill>
                          <a:latin typeface="Red Hat Display" panose="02010303040201060303" pitchFamily="2" charset="0"/>
                        </a:rPr>
                        <a:t>Citação longa l</a:t>
                      </a:r>
                      <a:r>
                        <a:rPr lang="pt-BR" sz="3600" b="0" i="0" cap="none" spc="100" dirty="0">
                          <a:solidFill>
                            <a:schemeClr val="tx1"/>
                          </a:solidFill>
                          <a:effectLst/>
                          <a:latin typeface="Red Hat Display" panose="02010303040201060303" pitchFamily="2" charset="0"/>
                        </a:rPr>
                        <a:t>orem ipsum dolor sit amet, consectetur adipiscing elit. Opcionalmente, pode ser inserido um </a:t>
                      </a:r>
                      <a:r>
                        <a:rPr lang="pt-BR" sz="3600" b="0" i="0" u="none" strike="noStrike" cap="none" spc="100" baseline="0" dirty="0">
                          <a:solidFill>
                            <a:schemeClr val="dk1"/>
                          </a:solidFill>
                          <a:highlight>
                            <a:schemeClr val="accent3"/>
                          </a:highlight>
                          <a:latin typeface="Red Hat Display" panose="02010303040201060303" pitchFamily="2" charset="0"/>
                          <a:ea typeface="Red Hat Display"/>
                          <a:cs typeface="Red Hat Display"/>
                          <a:sym typeface="Arial"/>
                        </a:rPr>
                        <a:t>grifo rosa</a:t>
                      </a:r>
                      <a:r>
                        <a:rPr lang="pt-BR" sz="3600" b="0" i="0" cap="none" spc="100" dirty="0">
                          <a:solidFill>
                            <a:schemeClr val="tx1"/>
                          </a:solidFill>
                          <a:effectLst/>
                          <a:latin typeface="Red Hat Display" panose="02010303040201060303" pitchFamily="2" charset="0"/>
                        </a:rPr>
                        <a:t>. </a:t>
                      </a:r>
                      <a:r>
                        <a:rPr lang="pt-BR" sz="3600" b="0" i="0" cap="none" spc="100" dirty="0" err="1">
                          <a:solidFill>
                            <a:schemeClr val="tx1"/>
                          </a:solidFill>
                          <a:effectLst/>
                          <a:latin typeface="Red Hat Display" panose="02010303040201060303" pitchFamily="2" charset="0"/>
                        </a:rPr>
                        <a:t>Maecenas</a:t>
                      </a:r>
                      <a:r>
                        <a:rPr lang="pt-BR" sz="3600" b="0" i="0" cap="none" spc="100" dirty="0">
                          <a:solidFill>
                            <a:schemeClr val="tx1"/>
                          </a:solidFill>
                          <a:effectLst/>
                          <a:latin typeface="Red Hat Display" panose="02010303040201060303" pitchFamily="2" charset="0"/>
                        </a:rPr>
                        <a:t> metus massa, in malesuada eu, aliquet nec </a:t>
                      </a:r>
                      <a:r>
                        <a:rPr lang="pt-BR" sz="3600" b="0" i="0" cap="none" spc="100" dirty="0" err="1">
                          <a:solidFill>
                            <a:schemeClr val="tx1"/>
                          </a:solidFill>
                          <a:effectLst/>
                          <a:latin typeface="Red Hat Display" panose="02010303040201060303" pitchFamily="2" charset="0"/>
                        </a:rPr>
                        <a:t>elit</a:t>
                      </a:r>
                      <a:r>
                        <a:rPr lang="pt-BR" sz="3600" b="0" i="0" cap="none" spc="100" dirty="0">
                          <a:solidFill>
                            <a:schemeClr val="tx1"/>
                          </a:solidFill>
                          <a:effectLst/>
                          <a:latin typeface="Red Hat Display" panose="02010303040201060303" pitchFamily="2" charset="0"/>
                        </a:rPr>
                        <a:t>.</a:t>
                      </a:r>
                      <a:r>
                        <a:rPr lang="pt-BR" sz="3600" b="0" i="0" spc="100" dirty="0">
                          <a:solidFill>
                            <a:schemeClr val="tx1"/>
                          </a:solidFill>
                          <a:effectLst/>
                          <a:latin typeface="Red Hat Display" panose="02010303040201060303" pitchFamily="2" charset="0"/>
                        </a:rPr>
                        <a:t> </a:t>
                      </a:r>
                      <a:r>
                        <a:rPr lang="pt-BR" sz="3600" b="0" i="0" spc="100" dirty="0" err="1">
                          <a:solidFill>
                            <a:schemeClr val="tx1"/>
                          </a:solidFill>
                          <a:effectLst/>
                          <a:latin typeface="Red Hat Display" panose="02010303040201060303" pitchFamily="2" charset="0"/>
                        </a:rPr>
                        <a:t>Maecenas</a:t>
                      </a:r>
                      <a:r>
                        <a:rPr lang="pt-BR" sz="3600" b="0" i="0" spc="100" dirty="0">
                          <a:solidFill>
                            <a:schemeClr val="tx1"/>
                          </a:solidFill>
                          <a:effectLst/>
                          <a:latin typeface="Red Hat Display" panose="02010303040201060303" pitchFamily="2" charset="0"/>
                        </a:rPr>
                        <a:t> </a:t>
                      </a:r>
                      <a:r>
                        <a:rPr lang="pt-BR" sz="3600" b="0" i="0" spc="100" dirty="0" err="1">
                          <a:solidFill>
                            <a:schemeClr val="tx1"/>
                          </a:solidFill>
                          <a:effectLst/>
                          <a:latin typeface="Red Hat Display" panose="02010303040201060303" pitchFamily="2" charset="0"/>
                        </a:rPr>
                        <a:t>elit</a:t>
                      </a:r>
                      <a:r>
                        <a:rPr lang="pt-BR" sz="3600" b="0" i="0" spc="100" dirty="0">
                          <a:solidFill>
                            <a:schemeClr val="tx1"/>
                          </a:solidFill>
                          <a:effectLst/>
                          <a:latin typeface="Red Hat Display" panose="02010303040201060303" pitchFamily="2" charset="0"/>
                        </a:rPr>
                        <a:t> et ipsum </a:t>
                      </a:r>
                      <a:r>
                        <a:rPr lang="pt-BR" sz="3600" b="0" i="0" spc="100" dirty="0" err="1">
                          <a:solidFill>
                            <a:schemeClr val="tx1"/>
                          </a:solidFill>
                          <a:effectLst/>
                          <a:latin typeface="Red Hat Display" panose="02010303040201060303" pitchFamily="2" charset="0"/>
                        </a:rPr>
                        <a:t>finibus</a:t>
                      </a:r>
                      <a:r>
                        <a:rPr lang="pt-BR" sz="3600" b="0" i="0" spc="100" dirty="0">
                          <a:solidFill>
                            <a:schemeClr val="tx1"/>
                          </a:solidFill>
                          <a:effectLst/>
                          <a:latin typeface="Red Hat Display" panose="02010303040201060303" pitchFamily="2" charset="0"/>
                        </a:rPr>
                        <a:t>, </a:t>
                      </a:r>
                      <a:r>
                        <a:rPr lang="pt-BR" sz="3600" b="0" i="0" spc="100" dirty="0" err="1">
                          <a:solidFill>
                            <a:schemeClr val="tx1"/>
                          </a:solidFill>
                          <a:effectLst/>
                          <a:latin typeface="Red Hat Display" panose="02010303040201060303" pitchFamily="2" charset="0"/>
                        </a:rPr>
                        <a:t>eget</a:t>
                      </a:r>
                      <a:r>
                        <a:rPr lang="pt-BR" sz="3600" b="0" i="0" spc="100" dirty="0">
                          <a:solidFill>
                            <a:schemeClr val="tx1"/>
                          </a:solidFill>
                          <a:effectLst/>
                          <a:latin typeface="Red Hat Display" panose="02010303040201060303" pitchFamily="2" charset="0"/>
                        </a:rPr>
                        <a:t> </a:t>
                      </a:r>
                      <a:r>
                        <a:rPr lang="pt-BR" sz="3600" b="0" i="0" spc="100" dirty="0" err="1">
                          <a:solidFill>
                            <a:schemeClr val="tx1"/>
                          </a:solidFill>
                          <a:effectLst/>
                          <a:latin typeface="Red Hat Display" panose="02010303040201060303" pitchFamily="2" charset="0"/>
                        </a:rPr>
                        <a:t>fermentum</a:t>
                      </a:r>
                      <a:r>
                        <a:rPr lang="pt-BR" sz="3600" b="0" i="0" spc="100" dirty="0">
                          <a:solidFill>
                            <a:schemeClr val="tx1"/>
                          </a:solidFill>
                          <a:effectLst/>
                          <a:latin typeface="Red Hat Display" panose="02010303040201060303" pitchFamily="2" charset="0"/>
                        </a:rPr>
                        <a:t> </a:t>
                      </a:r>
                      <a:r>
                        <a:rPr lang="pt-BR" sz="3600" b="0" i="0" spc="100" dirty="0" err="1">
                          <a:solidFill>
                            <a:schemeClr val="tx1"/>
                          </a:solidFill>
                          <a:effectLst/>
                          <a:latin typeface="Red Hat Display" panose="02010303040201060303" pitchFamily="2" charset="0"/>
                        </a:rPr>
                        <a:t>sapien</a:t>
                      </a:r>
                      <a:r>
                        <a:rPr lang="pt-BR" sz="3600" b="0" i="0" spc="100" dirty="0">
                          <a:solidFill>
                            <a:schemeClr val="tx1"/>
                          </a:solidFill>
                          <a:effectLst/>
                          <a:latin typeface="Red Hat Display" panose="02010303040201060303" pitchFamily="2" charset="0"/>
                        </a:rPr>
                        <a:t> </a:t>
                      </a:r>
                      <a:r>
                        <a:rPr lang="pt-BR" sz="3600" b="0" i="0" spc="100" dirty="0" err="1">
                          <a:solidFill>
                            <a:schemeClr val="tx1"/>
                          </a:solidFill>
                          <a:effectLst/>
                          <a:latin typeface="Red Hat Display" panose="02010303040201060303" pitchFamily="2" charset="0"/>
                        </a:rPr>
                        <a:t>rutrum</a:t>
                      </a:r>
                      <a:r>
                        <a:rPr lang="pt-BR" sz="3600" b="0" i="0" spc="100" dirty="0">
                          <a:solidFill>
                            <a:schemeClr val="tx1"/>
                          </a:solidFill>
                          <a:effectLst/>
                          <a:latin typeface="Red Hat Display" panose="02010303040201060303" pitchFamily="2" charset="0"/>
                        </a:rPr>
                        <a:t>. </a:t>
                      </a:r>
                      <a:r>
                        <a:rPr lang="pt-BR" sz="3600" spc="100" dirty="0">
                          <a:solidFill>
                            <a:schemeClr val="tx1"/>
                          </a:solidFill>
                          <a:latin typeface="Red Hat Display" panose="02010303040201060303" pitchFamily="2" charset="0"/>
                        </a:rPr>
                        <a:t>Parecer </a:t>
                      </a:r>
                      <a:r>
                        <a:rPr lang="pt-BR" sz="3600" spc="100" dirty="0" err="1">
                          <a:solidFill>
                            <a:schemeClr val="tx1"/>
                          </a:solidFill>
                          <a:latin typeface="Red Hat Display" panose="02010303040201060303" pitchFamily="2" charset="0"/>
                        </a:rPr>
                        <a:t>l</a:t>
                      </a:r>
                      <a:r>
                        <a:rPr lang="pt-BR" sz="3600" b="0" i="0" spc="100" dirty="0" err="1">
                          <a:solidFill>
                            <a:schemeClr val="tx1"/>
                          </a:solidFill>
                          <a:effectLst/>
                          <a:latin typeface="Red Hat Display" panose="02010303040201060303" pitchFamily="2" charset="0"/>
                        </a:rPr>
                        <a:t>orem</a:t>
                      </a:r>
                      <a:r>
                        <a:rPr lang="pt-BR" sz="3600" b="0" i="0" spc="100" dirty="0">
                          <a:solidFill>
                            <a:schemeClr val="tx1"/>
                          </a:solidFill>
                          <a:effectLst/>
                          <a:latin typeface="Red Hat Display" panose="02010303040201060303" pitchFamily="2" charset="0"/>
                        </a:rPr>
                        <a:t> ipsum </a:t>
                      </a:r>
                      <a:r>
                        <a:rPr lang="pt-BR" sz="3600" b="0" i="0" spc="100" dirty="0" err="1">
                          <a:solidFill>
                            <a:schemeClr val="tx1"/>
                          </a:solidFill>
                          <a:effectLst/>
                          <a:latin typeface="Red Hat Display" panose="02010303040201060303" pitchFamily="2" charset="0"/>
                        </a:rPr>
                        <a:t>dolor</a:t>
                      </a:r>
                      <a:r>
                        <a:rPr lang="pt-BR" sz="3600" b="0" i="0" spc="100" dirty="0">
                          <a:solidFill>
                            <a:schemeClr val="tx1"/>
                          </a:solidFill>
                          <a:effectLst/>
                          <a:latin typeface="Red Hat Display" panose="02010303040201060303" pitchFamily="2" charset="0"/>
                        </a:rPr>
                        <a:t> </a:t>
                      </a:r>
                      <a:r>
                        <a:rPr lang="pt-BR" sz="3600" b="0" i="0" spc="100" dirty="0" err="1">
                          <a:solidFill>
                            <a:schemeClr val="tx1"/>
                          </a:solidFill>
                          <a:effectLst/>
                          <a:latin typeface="Red Hat Display" panose="02010303040201060303" pitchFamily="2" charset="0"/>
                        </a:rPr>
                        <a:t>sit</a:t>
                      </a:r>
                      <a:r>
                        <a:rPr lang="pt-BR" sz="3600" b="0" i="0" spc="100" dirty="0">
                          <a:solidFill>
                            <a:schemeClr val="tx1"/>
                          </a:solidFill>
                          <a:effectLst/>
                          <a:latin typeface="Red Hat Display" panose="02010303040201060303" pitchFamily="2" charset="0"/>
                        </a:rPr>
                        <a:t> </a:t>
                      </a:r>
                      <a:r>
                        <a:rPr lang="pt-BR" sz="3600" b="0" i="0" spc="100" dirty="0" err="1">
                          <a:solidFill>
                            <a:schemeClr val="tx1"/>
                          </a:solidFill>
                          <a:effectLst/>
                          <a:latin typeface="Red Hat Display" panose="02010303040201060303" pitchFamily="2" charset="0"/>
                        </a:rPr>
                        <a:t>amet</a:t>
                      </a:r>
                      <a:r>
                        <a:rPr lang="pt-BR" sz="3600" b="0" i="0" spc="100" dirty="0">
                          <a:solidFill>
                            <a:schemeClr val="tx1"/>
                          </a:solidFill>
                          <a:effectLst/>
                          <a:latin typeface="Red Hat Display" panose="02010303040201060303" pitchFamily="2" charset="0"/>
                        </a:rPr>
                        <a:t>, consectetur </a:t>
                      </a:r>
                      <a:r>
                        <a:rPr lang="pt-BR" sz="3600" b="0" i="0" spc="100" dirty="0" err="1">
                          <a:solidFill>
                            <a:schemeClr val="tx1"/>
                          </a:solidFill>
                          <a:effectLst/>
                          <a:latin typeface="Red Hat Display" panose="02010303040201060303" pitchFamily="2" charset="0"/>
                        </a:rPr>
                        <a:t>adipiscing</a:t>
                      </a:r>
                      <a:r>
                        <a:rPr lang="pt-BR" sz="3600" b="0" i="0" spc="100" dirty="0">
                          <a:solidFill>
                            <a:schemeClr val="tx1"/>
                          </a:solidFill>
                          <a:effectLst/>
                          <a:latin typeface="Red Hat Display" panose="02010303040201060303" pitchFamily="2" charset="0"/>
                        </a:rPr>
                        <a:t> </a:t>
                      </a:r>
                      <a:r>
                        <a:rPr lang="pt-BR" sz="3600" b="0" i="0" spc="100" dirty="0" err="1">
                          <a:solidFill>
                            <a:schemeClr val="tx1"/>
                          </a:solidFill>
                          <a:effectLst/>
                          <a:latin typeface="Red Hat Display" panose="02010303040201060303" pitchFamily="2" charset="0"/>
                        </a:rPr>
                        <a:t>elit</a:t>
                      </a:r>
                      <a:r>
                        <a:rPr lang="pt-BR" sz="3600" b="0" i="0" spc="100" dirty="0">
                          <a:solidFill>
                            <a:schemeClr val="tx1"/>
                          </a:solidFill>
                          <a:effectLst/>
                          <a:latin typeface="Red Hat Display" panose="02010303040201060303" pitchFamily="2" charset="0"/>
                        </a:rPr>
                        <a:t>. </a:t>
                      </a:r>
                      <a:r>
                        <a:rPr lang="pt-BR" sz="3600" b="0" i="0" spc="100" dirty="0" err="1">
                          <a:solidFill>
                            <a:schemeClr val="tx1"/>
                          </a:solidFill>
                          <a:effectLst/>
                          <a:latin typeface="Red Hat Display" panose="02010303040201060303" pitchFamily="2" charset="0"/>
                        </a:rPr>
                        <a:t>Maecenas</a:t>
                      </a:r>
                      <a:r>
                        <a:rPr lang="pt-BR" sz="3600" b="0" i="0" spc="100" dirty="0">
                          <a:solidFill>
                            <a:schemeClr val="tx1"/>
                          </a:solidFill>
                          <a:effectLst/>
                          <a:latin typeface="Red Hat Display" panose="02010303040201060303" pitchFamily="2" charset="0"/>
                        </a:rPr>
                        <a:t> </a:t>
                      </a:r>
                      <a:r>
                        <a:rPr lang="pt-BR" sz="3600" b="0" i="0" spc="100" dirty="0" err="1">
                          <a:solidFill>
                            <a:schemeClr val="tx1"/>
                          </a:solidFill>
                          <a:effectLst/>
                          <a:latin typeface="Red Hat Display" panose="02010303040201060303" pitchFamily="2" charset="0"/>
                        </a:rPr>
                        <a:t>elit</a:t>
                      </a:r>
                      <a:r>
                        <a:rPr lang="pt-BR" sz="3600" b="0" i="0" spc="100" dirty="0">
                          <a:solidFill>
                            <a:schemeClr val="tx1"/>
                          </a:solidFill>
                          <a:effectLst/>
                          <a:latin typeface="Red Hat Display" panose="02010303040201060303" pitchFamily="2" charset="0"/>
                        </a:rPr>
                        <a:t> et ipsum </a:t>
                      </a:r>
                      <a:r>
                        <a:rPr lang="pt-BR" sz="3600" b="0" i="0" spc="100" dirty="0" err="1">
                          <a:solidFill>
                            <a:schemeClr val="tx1"/>
                          </a:solidFill>
                          <a:effectLst/>
                          <a:latin typeface="Red Hat Display" panose="02010303040201060303" pitchFamily="2" charset="0"/>
                        </a:rPr>
                        <a:t>finibus</a:t>
                      </a:r>
                      <a:r>
                        <a:rPr lang="pt-BR" sz="3600" b="0" i="0" spc="100" dirty="0">
                          <a:solidFill>
                            <a:schemeClr val="tx1"/>
                          </a:solidFill>
                          <a:effectLst/>
                          <a:latin typeface="Red Hat Display" panose="02010303040201060303" pitchFamily="2" charset="0"/>
                        </a:rPr>
                        <a:t>, </a:t>
                      </a:r>
                      <a:r>
                        <a:rPr lang="pt-BR" sz="3600" b="0" i="0" spc="100" dirty="0" err="1">
                          <a:solidFill>
                            <a:schemeClr val="tx1"/>
                          </a:solidFill>
                          <a:effectLst/>
                          <a:latin typeface="Red Hat Display" panose="02010303040201060303" pitchFamily="2" charset="0"/>
                        </a:rPr>
                        <a:t>eget</a:t>
                      </a:r>
                      <a:r>
                        <a:rPr lang="pt-BR" sz="3600" b="0" i="0" spc="100" dirty="0">
                          <a:solidFill>
                            <a:schemeClr val="tx1"/>
                          </a:solidFill>
                          <a:effectLst/>
                          <a:latin typeface="Red Hat Display" panose="02010303040201060303" pitchFamily="2" charset="0"/>
                        </a:rPr>
                        <a:t> </a:t>
                      </a:r>
                      <a:r>
                        <a:rPr lang="pt-BR" sz="3600" b="0" i="0" spc="100" dirty="0" err="1">
                          <a:solidFill>
                            <a:schemeClr val="tx1"/>
                          </a:solidFill>
                          <a:effectLst/>
                          <a:latin typeface="Red Hat Display" panose="02010303040201060303" pitchFamily="2" charset="0"/>
                        </a:rPr>
                        <a:t>fermentum</a:t>
                      </a:r>
                      <a:r>
                        <a:rPr lang="pt-BR" sz="3600" b="0" i="0" spc="100" dirty="0">
                          <a:solidFill>
                            <a:schemeClr val="tx1"/>
                          </a:solidFill>
                          <a:effectLst/>
                          <a:latin typeface="Red Hat Display" panose="02010303040201060303" pitchFamily="2" charset="0"/>
                        </a:rPr>
                        <a:t> </a:t>
                      </a:r>
                      <a:r>
                        <a:rPr lang="pt-BR" sz="3600" b="0" i="0" spc="100" dirty="0" err="1">
                          <a:solidFill>
                            <a:schemeClr val="tx1"/>
                          </a:solidFill>
                          <a:effectLst/>
                          <a:latin typeface="Red Hat Display" panose="02010303040201060303" pitchFamily="2" charset="0"/>
                        </a:rPr>
                        <a:t>sapien</a:t>
                      </a:r>
                      <a:r>
                        <a:rPr lang="pt-BR" sz="3600" b="0" i="0" spc="100" dirty="0">
                          <a:solidFill>
                            <a:schemeClr val="tx1"/>
                          </a:solidFill>
                          <a:effectLst/>
                          <a:latin typeface="Red Hat Display" panose="02010303040201060303" pitchFamily="2" charset="0"/>
                        </a:rPr>
                        <a:t> </a:t>
                      </a:r>
                      <a:r>
                        <a:rPr lang="pt-BR" sz="3600" b="0" i="0" spc="100" dirty="0" err="1">
                          <a:solidFill>
                            <a:schemeClr val="tx1"/>
                          </a:solidFill>
                          <a:effectLst/>
                          <a:latin typeface="Red Hat Display" panose="02010303040201060303" pitchFamily="2" charset="0"/>
                        </a:rPr>
                        <a:t>rutrum</a:t>
                      </a:r>
                      <a:r>
                        <a:rPr lang="pt-BR" sz="3600" b="0" i="0" spc="100" dirty="0">
                          <a:solidFill>
                            <a:schemeClr val="tx1"/>
                          </a:solidFill>
                          <a:effectLst/>
                          <a:latin typeface="Red Hat Display" panose="02010303040201060303" pitchFamily="2" charset="0"/>
                        </a:rPr>
                        <a:t>. </a:t>
                      </a:r>
                      <a:endParaRPr lang="pt-BR" sz="3600" dirty="0"/>
                    </a:p>
                  </a:txBody>
                  <a:tcPr marL="576000" marR="360000" marT="0" marB="360000">
                    <a:lnL w="76200" cmpd="sng">
                      <a:solidFill>
                        <a:schemeClr val="tx1"/>
                      </a:solidFill>
                      <a:prstDash val="solid"/>
                    </a:lnL>
                    <a:lnR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22359732"/>
                  </a:ext>
                </a:extLst>
              </a:tr>
              <a:tr h="202370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ts val="5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3000" cap="all" spc="200" dirty="0">
                          <a:solidFill>
                            <a:schemeClr val="tx1"/>
                          </a:solidFill>
                          <a:latin typeface="Red Hat Display" panose="02010303040201060303" pitchFamily="2" charset="0"/>
                          <a:ea typeface="Red Hat Display Medium"/>
                          <a:cs typeface="Red Hat Display Medium"/>
                          <a:sym typeface="Red Hat Display Medium"/>
                        </a:rPr>
                        <a:t>SOBRENOME, N., SOBRENOME, N., 2025.</a:t>
                      </a:r>
                      <a:endParaRPr lang="pt-BR" sz="3000" cap="all" spc="200" dirty="0">
                        <a:solidFill>
                          <a:schemeClr val="tx1"/>
                        </a:solidFill>
                        <a:latin typeface="Red Hat Display" panose="02010303040201060303" pitchFamily="2" charset="0"/>
                        <a:ea typeface="Red Hat Display"/>
                        <a:cs typeface="Red Hat Display"/>
                        <a:sym typeface="Red Hat Display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ts val="5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lang="pt-BR" sz="3600" dirty="0"/>
                    </a:p>
                  </a:txBody>
                  <a:tcPr marL="0" marR="360000" marT="540000" marB="180000">
                    <a:lnL w="76200" cmpd="sng">
                      <a:noFill/>
                      <a:prstDash val="solid"/>
                    </a:lnL>
                    <a:lnR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949278308"/>
                  </a:ext>
                </a:extLst>
              </a:tr>
            </a:tbl>
          </a:graphicData>
        </a:graphic>
      </p:graphicFrame>
      <p:sp>
        <p:nvSpPr>
          <p:cNvPr id="3" name="Google Shape;24;g337081b69cc_0_7">
            <a:extLst>
              <a:ext uri="{FF2B5EF4-FFF2-40B4-BE49-F238E27FC236}">
                <a16:creationId xmlns:a16="http://schemas.microsoft.com/office/drawing/2014/main" id="{FD50E1C8-73F1-6296-E40A-CB2C0139F6A9}"/>
              </a:ext>
            </a:extLst>
          </p:cNvPr>
          <p:cNvSpPr txBox="1"/>
          <p:nvPr/>
        </p:nvSpPr>
        <p:spPr>
          <a:xfrm>
            <a:off x="1026000" y="1257854"/>
            <a:ext cx="11664000" cy="4701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3000" cap="all" spc="240" dirty="0">
                <a:solidFill>
                  <a:schemeClr val="dk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rPr>
              <a:t>Editoria</a:t>
            </a:r>
            <a:endParaRPr lang="pt-BR" sz="3000" cap="all" spc="240" dirty="0"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</p:spTree>
    <p:extLst>
      <p:ext uri="{BB962C8B-B14F-4D97-AF65-F5344CB8AC3E}">
        <p14:creationId xmlns:p14="http://schemas.microsoft.com/office/powerpoint/2010/main" val="260417207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">
          <a:extLst>
            <a:ext uri="{FF2B5EF4-FFF2-40B4-BE49-F238E27FC236}">
              <a16:creationId xmlns:a16="http://schemas.microsoft.com/office/drawing/2014/main" id="{09FDD7A7-4A63-9EAE-EBB1-188A8B0A57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CaixaDeTexto 60">
            <a:extLst>
              <a:ext uri="{FF2B5EF4-FFF2-40B4-BE49-F238E27FC236}">
                <a16:creationId xmlns:a16="http://schemas.microsoft.com/office/drawing/2014/main" id="{D72B93A1-60CA-FA76-65AB-E598186EEE08}"/>
              </a:ext>
            </a:extLst>
          </p:cNvPr>
          <p:cNvSpPr txBox="1"/>
          <p:nvPr/>
        </p:nvSpPr>
        <p:spPr>
          <a:xfrm>
            <a:off x="2299855" y="14270182"/>
            <a:ext cx="18473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pt-BR" dirty="0"/>
          </a:p>
        </p:txBody>
      </p:sp>
      <p:sp>
        <p:nvSpPr>
          <p:cNvPr id="3" name="Google Shape;24;g337081b69cc_0_7">
            <a:extLst>
              <a:ext uri="{FF2B5EF4-FFF2-40B4-BE49-F238E27FC236}">
                <a16:creationId xmlns:a16="http://schemas.microsoft.com/office/drawing/2014/main" id="{049A8DDE-BBA8-9A97-BCB3-2651065EB98A}"/>
              </a:ext>
            </a:extLst>
          </p:cNvPr>
          <p:cNvSpPr txBox="1"/>
          <p:nvPr/>
        </p:nvSpPr>
        <p:spPr>
          <a:xfrm>
            <a:off x="1026000" y="1257854"/>
            <a:ext cx="11664000" cy="4701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3000" cap="all" spc="240" dirty="0">
                <a:solidFill>
                  <a:schemeClr val="dk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rPr>
              <a:t>Editoria</a:t>
            </a:r>
            <a:endParaRPr lang="pt-BR" sz="3000" cap="all" spc="240" dirty="0"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graphicFrame>
        <p:nvGraphicFramePr>
          <p:cNvPr id="2" name="Tabela 1">
            <a:extLst>
              <a:ext uri="{FF2B5EF4-FFF2-40B4-BE49-F238E27FC236}">
                <a16:creationId xmlns:a16="http://schemas.microsoft.com/office/drawing/2014/main" id="{AE31E39F-074C-E369-8890-36E07DF41A6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04979985"/>
              </p:ext>
            </p:extLst>
          </p:nvPr>
        </p:nvGraphicFramePr>
        <p:xfrm>
          <a:off x="1026000" y="3495873"/>
          <a:ext cx="11664000" cy="7820716"/>
        </p:xfrm>
        <a:graphic>
          <a:graphicData uri="http://schemas.openxmlformats.org/drawingml/2006/table">
            <a:tbl>
              <a:tblPr/>
              <a:tblGrid>
                <a:gridCol w="11664000">
                  <a:extLst>
                    <a:ext uri="{9D8B030D-6E8A-4147-A177-3AD203B41FA5}">
                      <a16:colId xmlns:a16="http://schemas.microsoft.com/office/drawing/2014/main" val="2701386553"/>
                    </a:ext>
                  </a:extLst>
                </a:gridCol>
              </a:tblGrid>
              <a:tr h="4423893">
                <a:tc>
                  <a:txBody>
                    <a:bodyPr/>
                    <a:lstStyle/>
                    <a:p>
                      <a:pPr>
                        <a:lnSpc>
                          <a:spcPts val="5400"/>
                        </a:lnSpc>
                      </a:pPr>
                      <a:r>
                        <a:rPr lang="pt-BR" sz="3600" cap="none" spc="100" dirty="0">
                          <a:solidFill>
                            <a:schemeClr val="tx1"/>
                          </a:solidFill>
                          <a:latin typeface="Red Hat Display" panose="02010303040201060303" pitchFamily="2" charset="0"/>
                        </a:rPr>
                        <a:t>Citação longa l</a:t>
                      </a:r>
                      <a:r>
                        <a:rPr lang="pt-BR" sz="3600" b="0" i="0" cap="none" spc="100" dirty="0">
                          <a:solidFill>
                            <a:schemeClr val="tx1"/>
                          </a:solidFill>
                          <a:effectLst/>
                          <a:latin typeface="Red Hat Display" panose="02010303040201060303" pitchFamily="2" charset="0"/>
                        </a:rPr>
                        <a:t>orem ipsum dolor sit amet, consectetur adipiscing elit. Opcionalmente, pode ser inserido um </a:t>
                      </a:r>
                      <a:r>
                        <a:rPr lang="en-US" sz="3600" b="0" i="0" u="none" strike="noStrike" cap="none" spc="100" baseline="0" dirty="0" err="1">
                          <a:solidFill>
                            <a:schemeClr val="dk1"/>
                          </a:solidFill>
                          <a:highlight>
                            <a:schemeClr val="lt1"/>
                          </a:highlight>
                          <a:latin typeface="Red Hat Display" panose="02010303040201060303" pitchFamily="2" charset="0"/>
                          <a:ea typeface="Red Hat Display ExtraBold"/>
                          <a:cs typeface="Red Hat Display ExtraBold"/>
                          <a:sym typeface="Red Hat Display Medium"/>
                        </a:rPr>
                        <a:t>grifo</a:t>
                      </a:r>
                      <a:r>
                        <a:rPr lang="en-US" sz="3600" b="0" i="0" u="none" strike="noStrike" cap="none" spc="100" baseline="0" dirty="0">
                          <a:solidFill>
                            <a:schemeClr val="dk1"/>
                          </a:solidFill>
                          <a:highlight>
                            <a:schemeClr val="lt1"/>
                          </a:highlight>
                          <a:latin typeface="Red Hat Display" panose="02010303040201060303" pitchFamily="2" charset="0"/>
                          <a:ea typeface="Red Hat Display ExtraBold"/>
                          <a:cs typeface="Red Hat Display ExtraBold"/>
                          <a:sym typeface="Red Hat Display Medium"/>
                        </a:rPr>
                        <a:t> </a:t>
                      </a:r>
                      <a:r>
                        <a:rPr lang="en-US" sz="3600" b="0" i="0" u="none" strike="noStrike" cap="none" spc="100" baseline="0" dirty="0" err="1">
                          <a:solidFill>
                            <a:schemeClr val="dk1"/>
                          </a:solidFill>
                          <a:highlight>
                            <a:schemeClr val="lt1"/>
                          </a:highlight>
                          <a:latin typeface="Red Hat Display" panose="02010303040201060303" pitchFamily="2" charset="0"/>
                          <a:ea typeface="Red Hat Display ExtraBold"/>
                          <a:cs typeface="Red Hat Display ExtraBold"/>
                          <a:sym typeface="Red Hat Display Medium"/>
                        </a:rPr>
                        <a:t>branco</a:t>
                      </a:r>
                      <a:r>
                        <a:rPr lang="pt-BR" sz="3600" b="0" i="0" cap="none" spc="100" dirty="0">
                          <a:solidFill>
                            <a:schemeClr val="tx1"/>
                          </a:solidFill>
                          <a:effectLst/>
                          <a:latin typeface="Red Hat Display" panose="02010303040201060303" pitchFamily="2" charset="0"/>
                        </a:rPr>
                        <a:t>. </a:t>
                      </a:r>
                      <a:r>
                        <a:rPr lang="pt-BR" sz="3600" b="0" i="0" cap="none" spc="100" dirty="0" err="1">
                          <a:solidFill>
                            <a:schemeClr val="tx1"/>
                          </a:solidFill>
                          <a:effectLst/>
                          <a:latin typeface="Red Hat Display" panose="02010303040201060303" pitchFamily="2" charset="0"/>
                        </a:rPr>
                        <a:t>Maecenas</a:t>
                      </a:r>
                      <a:r>
                        <a:rPr lang="pt-BR" sz="3600" b="0" i="0" cap="none" spc="100" dirty="0">
                          <a:solidFill>
                            <a:schemeClr val="tx1"/>
                          </a:solidFill>
                          <a:effectLst/>
                          <a:latin typeface="Red Hat Display" panose="02010303040201060303" pitchFamily="2" charset="0"/>
                        </a:rPr>
                        <a:t> metus massa, in malesuada eu, aliquet nec </a:t>
                      </a:r>
                      <a:r>
                        <a:rPr lang="pt-BR" sz="3600" b="0" i="0" cap="none" spc="100" dirty="0" err="1">
                          <a:solidFill>
                            <a:schemeClr val="tx1"/>
                          </a:solidFill>
                          <a:effectLst/>
                          <a:latin typeface="Red Hat Display" panose="02010303040201060303" pitchFamily="2" charset="0"/>
                        </a:rPr>
                        <a:t>elit</a:t>
                      </a:r>
                      <a:r>
                        <a:rPr lang="pt-BR" sz="3600" b="0" i="0" cap="none" spc="100" dirty="0">
                          <a:solidFill>
                            <a:schemeClr val="tx1"/>
                          </a:solidFill>
                          <a:effectLst/>
                          <a:latin typeface="Red Hat Display" panose="02010303040201060303" pitchFamily="2" charset="0"/>
                        </a:rPr>
                        <a:t>.</a:t>
                      </a:r>
                      <a:r>
                        <a:rPr lang="pt-BR" sz="3600" b="0" i="0" spc="100" dirty="0">
                          <a:solidFill>
                            <a:schemeClr val="tx1"/>
                          </a:solidFill>
                          <a:effectLst/>
                          <a:latin typeface="Red Hat Display" panose="02010303040201060303" pitchFamily="2" charset="0"/>
                        </a:rPr>
                        <a:t> </a:t>
                      </a:r>
                      <a:r>
                        <a:rPr lang="pt-BR" sz="3600" b="0" i="0" spc="100" dirty="0" err="1">
                          <a:solidFill>
                            <a:schemeClr val="tx1"/>
                          </a:solidFill>
                          <a:effectLst/>
                          <a:latin typeface="Red Hat Display" panose="02010303040201060303" pitchFamily="2" charset="0"/>
                        </a:rPr>
                        <a:t>Maecenas</a:t>
                      </a:r>
                      <a:r>
                        <a:rPr lang="pt-BR" sz="3600" b="0" i="0" spc="100" dirty="0">
                          <a:solidFill>
                            <a:schemeClr val="tx1"/>
                          </a:solidFill>
                          <a:effectLst/>
                          <a:latin typeface="Red Hat Display" panose="02010303040201060303" pitchFamily="2" charset="0"/>
                        </a:rPr>
                        <a:t> </a:t>
                      </a:r>
                      <a:r>
                        <a:rPr lang="pt-BR" sz="3600" b="0" i="0" spc="100" dirty="0" err="1">
                          <a:solidFill>
                            <a:schemeClr val="tx1"/>
                          </a:solidFill>
                          <a:effectLst/>
                          <a:latin typeface="Red Hat Display" panose="02010303040201060303" pitchFamily="2" charset="0"/>
                        </a:rPr>
                        <a:t>elit</a:t>
                      </a:r>
                      <a:r>
                        <a:rPr lang="pt-BR" sz="3600" b="0" i="0" spc="100" dirty="0">
                          <a:solidFill>
                            <a:schemeClr val="tx1"/>
                          </a:solidFill>
                          <a:effectLst/>
                          <a:latin typeface="Red Hat Display" panose="02010303040201060303" pitchFamily="2" charset="0"/>
                        </a:rPr>
                        <a:t> et ipsum </a:t>
                      </a:r>
                      <a:r>
                        <a:rPr lang="pt-BR" sz="3600" b="0" i="0" spc="100" dirty="0" err="1">
                          <a:solidFill>
                            <a:schemeClr val="tx1"/>
                          </a:solidFill>
                          <a:effectLst/>
                          <a:latin typeface="Red Hat Display" panose="02010303040201060303" pitchFamily="2" charset="0"/>
                        </a:rPr>
                        <a:t>finibus</a:t>
                      </a:r>
                      <a:r>
                        <a:rPr lang="pt-BR" sz="3600" b="0" i="0" spc="100" dirty="0">
                          <a:solidFill>
                            <a:schemeClr val="tx1"/>
                          </a:solidFill>
                          <a:effectLst/>
                          <a:latin typeface="Red Hat Display" panose="02010303040201060303" pitchFamily="2" charset="0"/>
                        </a:rPr>
                        <a:t>, </a:t>
                      </a:r>
                      <a:r>
                        <a:rPr lang="pt-BR" sz="3600" b="0" i="0" spc="100" dirty="0" err="1">
                          <a:solidFill>
                            <a:schemeClr val="tx1"/>
                          </a:solidFill>
                          <a:effectLst/>
                          <a:latin typeface="Red Hat Display" panose="02010303040201060303" pitchFamily="2" charset="0"/>
                        </a:rPr>
                        <a:t>eget</a:t>
                      </a:r>
                      <a:r>
                        <a:rPr lang="pt-BR" sz="3600" b="0" i="0" spc="100" dirty="0">
                          <a:solidFill>
                            <a:schemeClr val="tx1"/>
                          </a:solidFill>
                          <a:effectLst/>
                          <a:latin typeface="Red Hat Display" panose="02010303040201060303" pitchFamily="2" charset="0"/>
                        </a:rPr>
                        <a:t> </a:t>
                      </a:r>
                      <a:r>
                        <a:rPr lang="pt-BR" sz="3600" b="0" i="0" spc="100" dirty="0" err="1">
                          <a:solidFill>
                            <a:schemeClr val="tx1"/>
                          </a:solidFill>
                          <a:effectLst/>
                          <a:latin typeface="Red Hat Display" panose="02010303040201060303" pitchFamily="2" charset="0"/>
                        </a:rPr>
                        <a:t>fermentum</a:t>
                      </a:r>
                      <a:r>
                        <a:rPr lang="pt-BR" sz="3600" b="0" i="0" spc="100" dirty="0">
                          <a:solidFill>
                            <a:schemeClr val="tx1"/>
                          </a:solidFill>
                          <a:effectLst/>
                          <a:latin typeface="Red Hat Display" panose="02010303040201060303" pitchFamily="2" charset="0"/>
                        </a:rPr>
                        <a:t> </a:t>
                      </a:r>
                      <a:r>
                        <a:rPr lang="pt-BR" sz="3600" b="0" i="0" spc="100" dirty="0" err="1">
                          <a:solidFill>
                            <a:schemeClr val="tx1"/>
                          </a:solidFill>
                          <a:effectLst/>
                          <a:latin typeface="Red Hat Display" panose="02010303040201060303" pitchFamily="2" charset="0"/>
                        </a:rPr>
                        <a:t>sapien</a:t>
                      </a:r>
                      <a:r>
                        <a:rPr lang="pt-BR" sz="3600" b="0" i="0" spc="100" dirty="0">
                          <a:solidFill>
                            <a:schemeClr val="tx1"/>
                          </a:solidFill>
                          <a:effectLst/>
                          <a:latin typeface="Red Hat Display" panose="02010303040201060303" pitchFamily="2" charset="0"/>
                        </a:rPr>
                        <a:t> </a:t>
                      </a:r>
                      <a:r>
                        <a:rPr lang="pt-BR" sz="3600" b="0" i="0" spc="100" dirty="0" err="1">
                          <a:solidFill>
                            <a:schemeClr val="tx1"/>
                          </a:solidFill>
                          <a:effectLst/>
                          <a:latin typeface="Red Hat Display" panose="02010303040201060303" pitchFamily="2" charset="0"/>
                        </a:rPr>
                        <a:t>rutrum</a:t>
                      </a:r>
                      <a:r>
                        <a:rPr lang="pt-BR" sz="3600" b="0" i="0" spc="100" dirty="0">
                          <a:solidFill>
                            <a:schemeClr val="tx1"/>
                          </a:solidFill>
                          <a:effectLst/>
                          <a:latin typeface="Red Hat Display" panose="02010303040201060303" pitchFamily="2" charset="0"/>
                        </a:rPr>
                        <a:t>. </a:t>
                      </a:r>
                      <a:r>
                        <a:rPr lang="pt-BR" sz="3600" spc="100" dirty="0">
                          <a:solidFill>
                            <a:schemeClr val="tx1"/>
                          </a:solidFill>
                          <a:latin typeface="Red Hat Display" panose="02010303040201060303" pitchFamily="2" charset="0"/>
                        </a:rPr>
                        <a:t>Parecer </a:t>
                      </a:r>
                      <a:r>
                        <a:rPr lang="pt-BR" sz="3600" spc="100" dirty="0" err="1">
                          <a:solidFill>
                            <a:schemeClr val="tx1"/>
                          </a:solidFill>
                          <a:latin typeface="Red Hat Display" panose="02010303040201060303" pitchFamily="2" charset="0"/>
                        </a:rPr>
                        <a:t>l</a:t>
                      </a:r>
                      <a:r>
                        <a:rPr lang="pt-BR" sz="3600" b="0" i="0" spc="100" dirty="0" err="1">
                          <a:solidFill>
                            <a:schemeClr val="tx1"/>
                          </a:solidFill>
                          <a:effectLst/>
                          <a:latin typeface="Red Hat Display" panose="02010303040201060303" pitchFamily="2" charset="0"/>
                        </a:rPr>
                        <a:t>orem</a:t>
                      </a:r>
                      <a:r>
                        <a:rPr lang="pt-BR" sz="3600" b="0" i="0" spc="100" dirty="0">
                          <a:solidFill>
                            <a:schemeClr val="tx1"/>
                          </a:solidFill>
                          <a:effectLst/>
                          <a:latin typeface="Red Hat Display" panose="02010303040201060303" pitchFamily="2" charset="0"/>
                        </a:rPr>
                        <a:t> ipsum </a:t>
                      </a:r>
                      <a:r>
                        <a:rPr lang="pt-BR" sz="3600" b="0" i="0" spc="100" dirty="0" err="1">
                          <a:solidFill>
                            <a:schemeClr val="tx1"/>
                          </a:solidFill>
                          <a:effectLst/>
                          <a:latin typeface="Red Hat Display" panose="02010303040201060303" pitchFamily="2" charset="0"/>
                        </a:rPr>
                        <a:t>dolor</a:t>
                      </a:r>
                      <a:r>
                        <a:rPr lang="pt-BR" sz="3600" b="0" i="0" spc="100" dirty="0">
                          <a:solidFill>
                            <a:schemeClr val="tx1"/>
                          </a:solidFill>
                          <a:effectLst/>
                          <a:latin typeface="Red Hat Display" panose="02010303040201060303" pitchFamily="2" charset="0"/>
                        </a:rPr>
                        <a:t> </a:t>
                      </a:r>
                      <a:r>
                        <a:rPr lang="pt-BR" sz="3600" b="0" i="0" spc="100" dirty="0" err="1">
                          <a:solidFill>
                            <a:schemeClr val="tx1"/>
                          </a:solidFill>
                          <a:effectLst/>
                          <a:latin typeface="Red Hat Display" panose="02010303040201060303" pitchFamily="2" charset="0"/>
                        </a:rPr>
                        <a:t>sit</a:t>
                      </a:r>
                      <a:r>
                        <a:rPr lang="pt-BR" sz="3600" b="0" i="0" spc="100" dirty="0">
                          <a:solidFill>
                            <a:schemeClr val="tx1"/>
                          </a:solidFill>
                          <a:effectLst/>
                          <a:latin typeface="Red Hat Display" panose="02010303040201060303" pitchFamily="2" charset="0"/>
                        </a:rPr>
                        <a:t> </a:t>
                      </a:r>
                      <a:r>
                        <a:rPr lang="pt-BR" sz="3600" b="0" i="0" spc="100" dirty="0" err="1">
                          <a:solidFill>
                            <a:schemeClr val="tx1"/>
                          </a:solidFill>
                          <a:effectLst/>
                          <a:latin typeface="Red Hat Display" panose="02010303040201060303" pitchFamily="2" charset="0"/>
                        </a:rPr>
                        <a:t>amet</a:t>
                      </a:r>
                      <a:r>
                        <a:rPr lang="pt-BR" sz="3600" b="0" i="0" spc="100" dirty="0">
                          <a:solidFill>
                            <a:schemeClr val="tx1"/>
                          </a:solidFill>
                          <a:effectLst/>
                          <a:latin typeface="Red Hat Display" panose="02010303040201060303" pitchFamily="2" charset="0"/>
                        </a:rPr>
                        <a:t>, consectetur </a:t>
                      </a:r>
                      <a:r>
                        <a:rPr lang="pt-BR" sz="3600" b="0" i="0" spc="100" dirty="0" err="1">
                          <a:solidFill>
                            <a:schemeClr val="tx1"/>
                          </a:solidFill>
                          <a:effectLst/>
                          <a:latin typeface="Red Hat Display" panose="02010303040201060303" pitchFamily="2" charset="0"/>
                        </a:rPr>
                        <a:t>adipiscing</a:t>
                      </a:r>
                      <a:r>
                        <a:rPr lang="pt-BR" sz="3600" b="0" i="0" spc="100" dirty="0">
                          <a:solidFill>
                            <a:schemeClr val="tx1"/>
                          </a:solidFill>
                          <a:effectLst/>
                          <a:latin typeface="Red Hat Display" panose="02010303040201060303" pitchFamily="2" charset="0"/>
                        </a:rPr>
                        <a:t> </a:t>
                      </a:r>
                      <a:r>
                        <a:rPr lang="pt-BR" sz="3600" b="0" i="0" spc="100" dirty="0" err="1">
                          <a:solidFill>
                            <a:schemeClr val="tx1"/>
                          </a:solidFill>
                          <a:effectLst/>
                          <a:latin typeface="Red Hat Display" panose="02010303040201060303" pitchFamily="2" charset="0"/>
                        </a:rPr>
                        <a:t>elit</a:t>
                      </a:r>
                      <a:r>
                        <a:rPr lang="pt-BR" sz="3600" b="0" i="0" spc="100" dirty="0">
                          <a:solidFill>
                            <a:schemeClr val="tx1"/>
                          </a:solidFill>
                          <a:effectLst/>
                          <a:latin typeface="Red Hat Display" panose="02010303040201060303" pitchFamily="2" charset="0"/>
                        </a:rPr>
                        <a:t>. </a:t>
                      </a:r>
                      <a:r>
                        <a:rPr lang="pt-BR" sz="3600" b="0" i="0" spc="100" dirty="0" err="1">
                          <a:solidFill>
                            <a:schemeClr val="tx1"/>
                          </a:solidFill>
                          <a:effectLst/>
                          <a:latin typeface="Red Hat Display" panose="02010303040201060303" pitchFamily="2" charset="0"/>
                        </a:rPr>
                        <a:t>Maecenas</a:t>
                      </a:r>
                      <a:r>
                        <a:rPr lang="pt-BR" sz="3600" b="0" i="0" spc="100" dirty="0">
                          <a:solidFill>
                            <a:schemeClr val="tx1"/>
                          </a:solidFill>
                          <a:effectLst/>
                          <a:latin typeface="Red Hat Display" panose="02010303040201060303" pitchFamily="2" charset="0"/>
                        </a:rPr>
                        <a:t> </a:t>
                      </a:r>
                      <a:r>
                        <a:rPr lang="pt-BR" sz="3600" b="0" i="0" spc="100" dirty="0" err="1">
                          <a:solidFill>
                            <a:schemeClr val="tx1"/>
                          </a:solidFill>
                          <a:effectLst/>
                          <a:latin typeface="Red Hat Display" panose="02010303040201060303" pitchFamily="2" charset="0"/>
                        </a:rPr>
                        <a:t>elit</a:t>
                      </a:r>
                      <a:r>
                        <a:rPr lang="pt-BR" sz="3600" b="0" i="0" spc="100" dirty="0">
                          <a:solidFill>
                            <a:schemeClr val="tx1"/>
                          </a:solidFill>
                          <a:effectLst/>
                          <a:latin typeface="Red Hat Display" panose="02010303040201060303" pitchFamily="2" charset="0"/>
                        </a:rPr>
                        <a:t> et ipsum </a:t>
                      </a:r>
                      <a:r>
                        <a:rPr lang="pt-BR" sz="3600" b="0" i="0" spc="100" dirty="0" err="1">
                          <a:solidFill>
                            <a:schemeClr val="tx1"/>
                          </a:solidFill>
                          <a:effectLst/>
                          <a:latin typeface="Red Hat Display" panose="02010303040201060303" pitchFamily="2" charset="0"/>
                        </a:rPr>
                        <a:t>finibus</a:t>
                      </a:r>
                      <a:r>
                        <a:rPr lang="pt-BR" sz="3600" b="0" i="0" spc="100" dirty="0">
                          <a:solidFill>
                            <a:schemeClr val="tx1"/>
                          </a:solidFill>
                          <a:effectLst/>
                          <a:latin typeface="Red Hat Display" panose="02010303040201060303" pitchFamily="2" charset="0"/>
                        </a:rPr>
                        <a:t>, </a:t>
                      </a:r>
                      <a:r>
                        <a:rPr lang="pt-BR" sz="3600" b="0" i="0" spc="100" dirty="0" err="1">
                          <a:solidFill>
                            <a:schemeClr val="tx1"/>
                          </a:solidFill>
                          <a:effectLst/>
                          <a:latin typeface="Red Hat Display" panose="02010303040201060303" pitchFamily="2" charset="0"/>
                        </a:rPr>
                        <a:t>eget</a:t>
                      </a:r>
                      <a:r>
                        <a:rPr lang="pt-BR" sz="3600" b="0" i="0" spc="100" dirty="0">
                          <a:solidFill>
                            <a:schemeClr val="tx1"/>
                          </a:solidFill>
                          <a:effectLst/>
                          <a:latin typeface="Red Hat Display" panose="02010303040201060303" pitchFamily="2" charset="0"/>
                        </a:rPr>
                        <a:t> </a:t>
                      </a:r>
                      <a:r>
                        <a:rPr lang="pt-BR" sz="3600" b="0" i="0" spc="100" dirty="0" err="1">
                          <a:solidFill>
                            <a:schemeClr val="tx1"/>
                          </a:solidFill>
                          <a:effectLst/>
                          <a:latin typeface="Red Hat Display" panose="02010303040201060303" pitchFamily="2" charset="0"/>
                        </a:rPr>
                        <a:t>fermentum</a:t>
                      </a:r>
                      <a:r>
                        <a:rPr lang="pt-BR" sz="3600" b="0" i="0" spc="100" dirty="0">
                          <a:solidFill>
                            <a:schemeClr val="tx1"/>
                          </a:solidFill>
                          <a:effectLst/>
                          <a:latin typeface="Red Hat Display" panose="02010303040201060303" pitchFamily="2" charset="0"/>
                        </a:rPr>
                        <a:t> </a:t>
                      </a:r>
                      <a:r>
                        <a:rPr lang="pt-BR" sz="3600" b="0" i="0" spc="100" dirty="0" err="1">
                          <a:solidFill>
                            <a:schemeClr val="tx1"/>
                          </a:solidFill>
                          <a:effectLst/>
                          <a:latin typeface="Red Hat Display" panose="02010303040201060303" pitchFamily="2" charset="0"/>
                        </a:rPr>
                        <a:t>sapien</a:t>
                      </a:r>
                      <a:r>
                        <a:rPr lang="pt-BR" sz="3600" b="0" i="0" spc="100" dirty="0">
                          <a:solidFill>
                            <a:schemeClr val="tx1"/>
                          </a:solidFill>
                          <a:effectLst/>
                          <a:latin typeface="Red Hat Display" panose="02010303040201060303" pitchFamily="2" charset="0"/>
                        </a:rPr>
                        <a:t> </a:t>
                      </a:r>
                      <a:r>
                        <a:rPr lang="pt-BR" sz="3600" b="0" i="0" spc="100" dirty="0" err="1">
                          <a:solidFill>
                            <a:schemeClr val="tx1"/>
                          </a:solidFill>
                          <a:effectLst/>
                          <a:latin typeface="Red Hat Display" panose="02010303040201060303" pitchFamily="2" charset="0"/>
                        </a:rPr>
                        <a:t>rutrum</a:t>
                      </a:r>
                      <a:r>
                        <a:rPr lang="pt-BR" sz="3600" b="0" i="0" spc="100" dirty="0">
                          <a:solidFill>
                            <a:schemeClr val="tx1"/>
                          </a:solidFill>
                          <a:effectLst/>
                          <a:latin typeface="Red Hat Display" panose="02010303040201060303" pitchFamily="2" charset="0"/>
                        </a:rPr>
                        <a:t>. </a:t>
                      </a:r>
                      <a:endParaRPr lang="pt-BR" sz="3600" dirty="0"/>
                    </a:p>
                  </a:txBody>
                  <a:tcPr marL="576000" marR="360000" marT="0" marB="360000">
                    <a:lnL w="76200" cmpd="sng">
                      <a:solidFill>
                        <a:schemeClr val="tx1"/>
                      </a:solidFill>
                      <a:prstDash val="solid"/>
                    </a:lnL>
                    <a:lnR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22359732"/>
                  </a:ext>
                </a:extLst>
              </a:tr>
              <a:tr h="202370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ts val="5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3000" cap="all" spc="200" dirty="0">
                          <a:solidFill>
                            <a:schemeClr val="tx1"/>
                          </a:solidFill>
                          <a:latin typeface="Red Hat Display" panose="02010303040201060303" pitchFamily="2" charset="0"/>
                          <a:ea typeface="Red Hat Display Medium"/>
                          <a:cs typeface="Red Hat Display Medium"/>
                          <a:sym typeface="Red Hat Display Medium"/>
                        </a:rPr>
                        <a:t>SOBRENOME, N., SOBRENOME, N., 2025.</a:t>
                      </a:r>
                      <a:endParaRPr lang="pt-BR" sz="3000" cap="all" spc="200" dirty="0">
                        <a:solidFill>
                          <a:schemeClr val="tx1"/>
                        </a:solidFill>
                        <a:latin typeface="Red Hat Display" panose="02010303040201060303" pitchFamily="2" charset="0"/>
                        <a:ea typeface="Red Hat Display"/>
                        <a:cs typeface="Red Hat Display"/>
                        <a:sym typeface="Red Hat Display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ts val="5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lang="pt-BR" sz="3600" dirty="0"/>
                    </a:p>
                  </a:txBody>
                  <a:tcPr marL="0" marR="360000" marT="540000" marB="180000">
                    <a:lnL w="76200" cmpd="sng">
                      <a:noFill/>
                      <a:prstDash val="solid"/>
                    </a:lnL>
                    <a:lnR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9492783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1243858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">
          <a:extLst>
            <a:ext uri="{FF2B5EF4-FFF2-40B4-BE49-F238E27FC236}">
              <a16:creationId xmlns:a16="http://schemas.microsoft.com/office/drawing/2014/main" id="{10F47F79-CE81-A584-BC41-0AE3A2B5B3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ângulo com Canto Arredondado do Mesmo Lado 7">
            <a:extLst>
              <a:ext uri="{FF2B5EF4-FFF2-40B4-BE49-F238E27FC236}">
                <a16:creationId xmlns:a16="http://schemas.microsoft.com/office/drawing/2014/main" id="{D4F0C656-9DB7-3E61-4ED3-EC5124FF1C60}"/>
              </a:ext>
            </a:extLst>
          </p:cNvPr>
          <p:cNvSpPr/>
          <p:nvPr/>
        </p:nvSpPr>
        <p:spPr>
          <a:xfrm rot="5400000">
            <a:off x="737639" y="2741540"/>
            <a:ext cx="12240720" cy="11664000"/>
          </a:xfrm>
          <a:prstGeom prst="round2SameRect">
            <a:avLst>
              <a:gd name="adj1" fmla="val 4951"/>
              <a:gd name="adj2" fmla="val 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EAB6D494-F879-9591-9542-97D48D23E8C4}"/>
              </a:ext>
            </a:extLst>
          </p:cNvPr>
          <p:cNvSpPr txBox="1"/>
          <p:nvPr/>
        </p:nvSpPr>
        <p:spPr>
          <a:xfrm>
            <a:off x="1025999" y="4850673"/>
            <a:ext cx="11664000" cy="8979628"/>
          </a:xfrm>
          <a:prstGeom prst="rect">
            <a:avLst/>
          </a:prstGeom>
          <a:noFill/>
        </p:spPr>
        <p:txBody>
          <a:bodyPr wrap="square" lIns="720000" tIns="360000" rIns="720000" bIns="0" rtlCol="0" anchor="b" anchorCtr="0">
            <a:noAutofit/>
          </a:bodyPr>
          <a:lstStyle/>
          <a:p>
            <a:pPr>
              <a:lnSpc>
                <a:spcPts val="5400"/>
              </a:lnSpc>
            </a:pPr>
            <a:r>
              <a:rPr lang="pt-BR" sz="3600" spc="100" dirty="0">
                <a:solidFill>
                  <a:schemeClr val="tx1"/>
                </a:solidFill>
                <a:latin typeface="Red Hat Display" panose="02010303040201060303" pitchFamily="2" charset="0"/>
              </a:rPr>
              <a:t>Parecer l</a:t>
            </a:r>
            <a:r>
              <a:rPr lang="pt-BR" sz="3600" b="0" i="0" spc="100" dirty="0">
                <a:solidFill>
                  <a:schemeClr val="tx1"/>
                </a:solidFill>
                <a:effectLst/>
                <a:latin typeface="Red Hat Display" panose="02010303040201060303" pitchFamily="2" charset="0"/>
              </a:rPr>
              <a:t>orem ipsum dolor sit amet, consectetur adipiscing elit. Maecenas elit et ipsum finibus, eget fermentum sapien rutrum. Maecenas metus massa, pulvinar in malesuada eu, aliquet nec elit. </a:t>
            </a:r>
            <a:r>
              <a:rPr lang="pt-BR" sz="3600" spc="100" dirty="0">
                <a:solidFill>
                  <a:schemeClr val="tx1"/>
                </a:solidFill>
                <a:latin typeface="Red Hat Display" panose="02010303040201060303" pitchFamily="2" charset="0"/>
              </a:rPr>
              <a:t>Parecer l</a:t>
            </a:r>
            <a:r>
              <a:rPr lang="pt-BR" sz="3600" b="0" i="0" spc="100" dirty="0">
                <a:solidFill>
                  <a:schemeClr val="tx1"/>
                </a:solidFill>
                <a:effectLst/>
                <a:latin typeface="Red Hat Display" panose="02010303040201060303" pitchFamily="2" charset="0"/>
              </a:rPr>
              <a:t>orem ipsum dolor sit amet, consectetur adipiscing elit. Maecenas elit et ipsum finibus, eget fermentum sapien rutrum. Maecenas metus massa, pulvinar in malesuada eu, aliquet nec elit. </a:t>
            </a:r>
            <a:endParaRPr lang="pt-BR" sz="3600" spc="100" dirty="0">
              <a:solidFill>
                <a:schemeClr val="tx1"/>
              </a:solidFill>
              <a:latin typeface="Red Hat Display" panose="02010303040201060303" pitchFamily="2" charset="0"/>
            </a:endParaRPr>
          </a:p>
          <a:p>
            <a:pPr>
              <a:lnSpc>
                <a:spcPts val="5400"/>
              </a:lnSpc>
            </a:pPr>
            <a:r>
              <a:rPr lang="pt-BR" sz="3600" spc="100" dirty="0">
                <a:solidFill>
                  <a:schemeClr val="tx1"/>
                </a:solidFill>
                <a:latin typeface="Red Hat Display" panose="02010303040201060303" pitchFamily="2" charset="0"/>
              </a:rPr>
              <a:t>Parecer l</a:t>
            </a:r>
            <a:r>
              <a:rPr lang="pt-BR" sz="3600" b="0" i="0" spc="100" dirty="0">
                <a:solidFill>
                  <a:schemeClr val="tx1"/>
                </a:solidFill>
                <a:effectLst/>
                <a:latin typeface="Red Hat Display" panose="02010303040201060303" pitchFamily="2" charset="0"/>
              </a:rPr>
              <a:t>orem ipsum dolor sit amet, consectetur adipiscing elit. Maecenas elit et ipsum finibus, eget fermentum sapien rutrum. </a:t>
            </a:r>
            <a:endParaRPr lang="pt-BR" sz="3600" spc="100" dirty="0">
              <a:solidFill>
                <a:schemeClr val="tx1"/>
              </a:solidFill>
              <a:latin typeface="Red Hat Display" panose="02010303040201060303" pitchFamily="2" charset="0"/>
            </a:endParaRP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66A84CF5-EB65-958F-83F8-8F48033E9617}"/>
              </a:ext>
            </a:extLst>
          </p:cNvPr>
          <p:cNvSpPr txBox="1"/>
          <p:nvPr/>
        </p:nvSpPr>
        <p:spPr>
          <a:xfrm>
            <a:off x="1025999" y="3520455"/>
            <a:ext cx="11664000" cy="1479847"/>
          </a:xfrm>
          <a:prstGeom prst="rect">
            <a:avLst/>
          </a:prstGeom>
          <a:noFill/>
        </p:spPr>
        <p:txBody>
          <a:bodyPr wrap="square" lIns="720000" tIns="0" rIns="720000" bIns="360000" rtlCol="0">
            <a:spAutoFit/>
          </a:bodyPr>
          <a:lstStyle/>
          <a:p>
            <a:pPr>
              <a:lnSpc>
                <a:spcPts val="4500"/>
              </a:lnSpc>
            </a:pPr>
            <a:r>
              <a:rPr lang="en-US" sz="3000" cap="all" spc="200" dirty="0">
                <a:solidFill>
                  <a:schemeClr val="dk1"/>
                </a:solidFill>
                <a:latin typeface="Red Hat Display ExtraBold" panose="02010303040201060303" pitchFamily="2" charset="0"/>
                <a:ea typeface="Red Hat Display"/>
                <a:cs typeface="Red Hat Display"/>
                <a:sym typeface="Red Hat Display Medium"/>
              </a:rPr>
              <a:t>trecho de parecer</a:t>
            </a:r>
            <a:r>
              <a:rPr lang="en-US" sz="3000" cap="all" spc="200" baseline="30000" dirty="0">
                <a:solidFill>
                  <a:schemeClr val="dk1"/>
                </a:solidFill>
                <a:latin typeface="Red Hat Display ExtraBold" panose="02010303040201060303" pitchFamily="2" charset="0"/>
                <a:ea typeface="Red Hat Display"/>
                <a:cs typeface="Red Hat Display"/>
                <a:sym typeface="Red Hat Display Medium"/>
              </a:rPr>
              <a:t>1</a:t>
            </a:r>
          </a:p>
          <a:p>
            <a:pPr>
              <a:lnSpc>
                <a:spcPts val="4500"/>
              </a:lnSpc>
            </a:pPr>
            <a:r>
              <a:rPr lang="pt-BR" sz="3000" cap="all" spc="240" dirty="0">
                <a:solidFill>
                  <a:schemeClr val="dk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rPr>
              <a:t>autoria do parecer</a:t>
            </a:r>
          </a:p>
        </p:txBody>
      </p:sp>
      <p:sp>
        <p:nvSpPr>
          <p:cNvPr id="3" name="Google Shape;24;g337081b69cc_0_7">
            <a:extLst>
              <a:ext uri="{FF2B5EF4-FFF2-40B4-BE49-F238E27FC236}">
                <a16:creationId xmlns:a16="http://schemas.microsoft.com/office/drawing/2014/main" id="{30E59FD3-DAB9-1839-7FF3-1B7E6720CA02}"/>
              </a:ext>
            </a:extLst>
          </p:cNvPr>
          <p:cNvSpPr txBox="1"/>
          <p:nvPr/>
        </p:nvSpPr>
        <p:spPr>
          <a:xfrm>
            <a:off x="1026000" y="1257854"/>
            <a:ext cx="11664000" cy="4701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3000" cap="all" spc="240" dirty="0">
                <a:solidFill>
                  <a:schemeClr val="dk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rPr>
              <a:t>Revisão aberta</a:t>
            </a:r>
            <a:endParaRPr lang="pt-BR" sz="3000" cap="all" spc="240" dirty="0"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</p:spTree>
    <p:extLst>
      <p:ext uri="{BB962C8B-B14F-4D97-AF65-F5344CB8AC3E}">
        <p14:creationId xmlns:p14="http://schemas.microsoft.com/office/powerpoint/2010/main" val="348079991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22">
          <a:extLst>
            <a:ext uri="{FF2B5EF4-FFF2-40B4-BE49-F238E27FC236}">
              <a16:creationId xmlns:a16="http://schemas.microsoft.com/office/drawing/2014/main" id="{E62F7D1C-7E16-395E-363E-7393B7A8A4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com Canto Arredondado do Mesmo Lado 5">
            <a:extLst>
              <a:ext uri="{FF2B5EF4-FFF2-40B4-BE49-F238E27FC236}">
                <a16:creationId xmlns:a16="http://schemas.microsoft.com/office/drawing/2014/main" id="{0D21690A-E07A-38A4-953D-F5DC1D36E27A}"/>
              </a:ext>
            </a:extLst>
          </p:cNvPr>
          <p:cNvSpPr/>
          <p:nvPr/>
        </p:nvSpPr>
        <p:spPr>
          <a:xfrm rot="5400000">
            <a:off x="737639" y="2741540"/>
            <a:ext cx="12240720" cy="11664000"/>
          </a:xfrm>
          <a:prstGeom prst="round2SameRect">
            <a:avLst>
              <a:gd name="adj1" fmla="val 4951"/>
              <a:gd name="adj2" fmla="val 0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BE4DF081-9D07-2317-23AA-C409C030957C}"/>
              </a:ext>
            </a:extLst>
          </p:cNvPr>
          <p:cNvSpPr txBox="1"/>
          <p:nvPr/>
        </p:nvSpPr>
        <p:spPr>
          <a:xfrm>
            <a:off x="1030038" y="4850673"/>
            <a:ext cx="11664000" cy="8979628"/>
          </a:xfrm>
          <a:prstGeom prst="rect">
            <a:avLst/>
          </a:prstGeom>
          <a:noFill/>
        </p:spPr>
        <p:txBody>
          <a:bodyPr wrap="square" lIns="720000" tIns="360000" rIns="720000" bIns="0" rtlCol="0" anchor="b" anchorCtr="0">
            <a:noAutofit/>
          </a:bodyPr>
          <a:lstStyle/>
          <a:p>
            <a:pPr>
              <a:lnSpc>
                <a:spcPts val="5400"/>
              </a:lnSpc>
            </a:pPr>
            <a:r>
              <a:rPr lang="pt-BR" sz="3600" spc="100" dirty="0">
                <a:solidFill>
                  <a:schemeClr val="tx1"/>
                </a:solidFill>
                <a:latin typeface="Red Hat Display" panose="02010303040201060303" pitchFamily="2" charset="0"/>
              </a:rPr>
              <a:t>Parecer l</a:t>
            </a:r>
            <a:r>
              <a:rPr lang="pt-BR" sz="3600" b="0" i="0" spc="100" dirty="0">
                <a:solidFill>
                  <a:schemeClr val="tx1"/>
                </a:solidFill>
                <a:effectLst/>
                <a:latin typeface="Red Hat Display" panose="02010303040201060303" pitchFamily="2" charset="0"/>
              </a:rPr>
              <a:t>orem ipsum dolor sit amet, consectetur adipiscing elit. Maecenas elit et ipsum finibus, eget fermentum sapien rutrum. Maecenas metus massa, pulvinar in malesuada eu, aliquet nec elit. </a:t>
            </a:r>
            <a:r>
              <a:rPr lang="pt-BR" sz="3600" spc="100" dirty="0">
                <a:solidFill>
                  <a:schemeClr val="tx1"/>
                </a:solidFill>
                <a:latin typeface="Red Hat Display" panose="02010303040201060303" pitchFamily="2" charset="0"/>
              </a:rPr>
              <a:t>Parecer l</a:t>
            </a:r>
            <a:r>
              <a:rPr lang="pt-BR" sz="3600" b="0" i="0" spc="100" dirty="0">
                <a:solidFill>
                  <a:schemeClr val="tx1"/>
                </a:solidFill>
                <a:effectLst/>
                <a:latin typeface="Red Hat Display" panose="02010303040201060303" pitchFamily="2" charset="0"/>
              </a:rPr>
              <a:t>orem ipsum dolor sit amet, consectetur adipiscing elit. Maecenas elit et ipsum finibus, eget fermentum sapien rutrum. Maecenas metus massa, pulvinar in malesuada eu, aliquet nec elit. </a:t>
            </a:r>
            <a:endParaRPr lang="pt-BR" sz="3600" spc="100" dirty="0">
              <a:solidFill>
                <a:schemeClr val="tx1"/>
              </a:solidFill>
              <a:latin typeface="Red Hat Display" panose="02010303040201060303" pitchFamily="2" charset="0"/>
            </a:endParaRPr>
          </a:p>
          <a:p>
            <a:pPr>
              <a:lnSpc>
                <a:spcPts val="5400"/>
              </a:lnSpc>
            </a:pPr>
            <a:r>
              <a:rPr lang="pt-BR" sz="3600" spc="100" dirty="0">
                <a:solidFill>
                  <a:schemeClr val="tx1"/>
                </a:solidFill>
                <a:latin typeface="Red Hat Display" panose="02010303040201060303" pitchFamily="2" charset="0"/>
              </a:rPr>
              <a:t>Parecer l</a:t>
            </a:r>
            <a:r>
              <a:rPr lang="pt-BR" sz="3600" b="0" i="0" spc="100" dirty="0">
                <a:solidFill>
                  <a:schemeClr val="tx1"/>
                </a:solidFill>
                <a:effectLst/>
                <a:latin typeface="Red Hat Display" panose="02010303040201060303" pitchFamily="2" charset="0"/>
              </a:rPr>
              <a:t>orem ipsum dolor sit amet, consectetur adipiscing elit. Maecenas elit et ipsum finibus, eget fermentum sapien rutrum. </a:t>
            </a:r>
            <a:endParaRPr lang="pt-BR" sz="3600" spc="100" dirty="0">
              <a:solidFill>
                <a:schemeClr val="tx1"/>
              </a:solidFill>
              <a:latin typeface="Red Hat Display" panose="02010303040201060303" pitchFamily="2" charset="0"/>
            </a:endParaRP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9BAC01CC-2ED7-C22A-FD34-C19D2E067BEF}"/>
              </a:ext>
            </a:extLst>
          </p:cNvPr>
          <p:cNvSpPr txBox="1"/>
          <p:nvPr/>
        </p:nvSpPr>
        <p:spPr>
          <a:xfrm>
            <a:off x="1030038" y="3520455"/>
            <a:ext cx="11664000" cy="1479847"/>
          </a:xfrm>
          <a:prstGeom prst="rect">
            <a:avLst/>
          </a:prstGeom>
          <a:noFill/>
        </p:spPr>
        <p:txBody>
          <a:bodyPr wrap="square" lIns="720000" tIns="0" rIns="720000" bIns="360000" rtlCol="0">
            <a:spAutoFit/>
          </a:bodyPr>
          <a:lstStyle/>
          <a:p>
            <a:pPr>
              <a:lnSpc>
                <a:spcPts val="4500"/>
              </a:lnSpc>
            </a:pPr>
            <a:r>
              <a:rPr lang="en-US" sz="3000" cap="all" spc="200" dirty="0">
                <a:solidFill>
                  <a:schemeClr val="dk1"/>
                </a:solidFill>
                <a:latin typeface="Red Hat Display ExtraBold" panose="02010303040201060303" pitchFamily="2" charset="0"/>
                <a:ea typeface="Red Hat Display"/>
                <a:cs typeface="Red Hat Display"/>
                <a:sym typeface="Red Hat Display Medium"/>
              </a:rPr>
              <a:t>trecho de resposta</a:t>
            </a:r>
            <a:r>
              <a:rPr lang="en-US" sz="3000" cap="all" spc="200" baseline="30000" dirty="0">
                <a:solidFill>
                  <a:schemeClr val="dk1"/>
                </a:solidFill>
                <a:latin typeface="Red Hat Display ExtraBold" panose="02010303040201060303" pitchFamily="2" charset="0"/>
                <a:ea typeface="Red Hat Display"/>
                <a:cs typeface="Red Hat Display"/>
                <a:sym typeface="Red Hat Display Medium"/>
              </a:rPr>
              <a:t>1</a:t>
            </a:r>
          </a:p>
          <a:p>
            <a:pPr>
              <a:lnSpc>
                <a:spcPts val="4500"/>
              </a:lnSpc>
            </a:pPr>
            <a:r>
              <a:rPr lang="pt-BR" sz="3000" cap="all" spc="240" dirty="0">
                <a:solidFill>
                  <a:schemeClr val="dk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rPr>
              <a:t>autoria da resposta</a:t>
            </a:r>
          </a:p>
        </p:txBody>
      </p:sp>
      <p:sp>
        <p:nvSpPr>
          <p:cNvPr id="3" name="Google Shape;24;g337081b69cc_0_7">
            <a:extLst>
              <a:ext uri="{FF2B5EF4-FFF2-40B4-BE49-F238E27FC236}">
                <a16:creationId xmlns:a16="http://schemas.microsoft.com/office/drawing/2014/main" id="{70EA9674-54F9-0A99-EE18-BEAE0CE27CF6}"/>
              </a:ext>
            </a:extLst>
          </p:cNvPr>
          <p:cNvSpPr txBox="1"/>
          <p:nvPr/>
        </p:nvSpPr>
        <p:spPr>
          <a:xfrm>
            <a:off x="1026000" y="1257854"/>
            <a:ext cx="11664000" cy="4701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3000" cap="all" spc="240" dirty="0">
                <a:solidFill>
                  <a:schemeClr val="dk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rPr>
              <a:t>Revisão aberta</a:t>
            </a:r>
            <a:endParaRPr lang="pt-BR" sz="3000" cap="all" spc="240" dirty="0"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</p:spTree>
    <p:extLst>
      <p:ext uri="{BB962C8B-B14F-4D97-AF65-F5344CB8AC3E}">
        <p14:creationId xmlns:p14="http://schemas.microsoft.com/office/powerpoint/2010/main" val="105102604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">
          <a:extLst>
            <a:ext uri="{FF2B5EF4-FFF2-40B4-BE49-F238E27FC236}">
              <a16:creationId xmlns:a16="http://schemas.microsoft.com/office/drawing/2014/main" id="{D9EBD12B-D73D-1EF9-37B9-8885380B06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tângulo com Canto Arredondado do Mesmo Lado 2">
            <a:extLst>
              <a:ext uri="{FF2B5EF4-FFF2-40B4-BE49-F238E27FC236}">
                <a16:creationId xmlns:a16="http://schemas.microsoft.com/office/drawing/2014/main" id="{C8EDE47F-EF79-E7C9-97AF-4328C2DA7C51}"/>
              </a:ext>
            </a:extLst>
          </p:cNvPr>
          <p:cNvSpPr/>
          <p:nvPr/>
        </p:nvSpPr>
        <p:spPr>
          <a:xfrm rot="5400000">
            <a:off x="737639" y="2741540"/>
            <a:ext cx="12240720" cy="11664000"/>
          </a:xfrm>
          <a:prstGeom prst="round2SameRect">
            <a:avLst>
              <a:gd name="adj1" fmla="val 4951"/>
              <a:gd name="adj2" fmla="val 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70F11538-97E5-FCAA-B8E9-331EA987EA30}"/>
              </a:ext>
            </a:extLst>
          </p:cNvPr>
          <p:cNvSpPr txBox="1"/>
          <p:nvPr/>
        </p:nvSpPr>
        <p:spPr>
          <a:xfrm>
            <a:off x="954088" y="4820193"/>
            <a:ext cx="11664000" cy="8979628"/>
          </a:xfrm>
          <a:prstGeom prst="rect">
            <a:avLst/>
          </a:prstGeom>
          <a:noFill/>
        </p:spPr>
        <p:txBody>
          <a:bodyPr wrap="square" lIns="720000" tIns="360000" rIns="720000" bIns="0" rtlCol="0" anchor="b" anchorCtr="0">
            <a:noAutofit/>
          </a:bodyPr>
          <a:lstStyle/>
          <a:p>
            <a:pPr>
              <a:lnSpc>
                <a:spcPts val="5400"/>
              </a:lnSpc>
            </a:pPr>
            <a:r>
              <a:rPr lang="pt-BR" sz="3600" b="1" spc="100" dirty="0">
                <a:solidFill>
                  <a:schemeClr val="tx1"/>
                </a:solidFill>
                <a:latin typeface="Red Hat Display" panose="02010303040201060303" pitchFamily="2" charset="0"/>
              </a:rPr>
              <a:t>1</a:t>
            </a:r>
          </a:p>
          <a:p>
            <a:pPr>
              <a:lnSpc>
                <a:spcPts val="5400"/>
              </a:lnSpc>
            </a:pPr>
            <a:r>
              <a:rPr lang="pt-BR" sz="3600" spc="100" dirty="0">
                <a:solidFill>
                  <a:schemeClr val="tx1"/>
                </a:solidFill>
                <a:latin typeface="Red Hat Display" panose="02010303040201060303" pitchFamily="2" charset="0"/>
              </a:rPr>
              <a:t>Trechos extraídos das rodadas de avaliação do ensaio teórico </a:t>
            </a:r>
            <a:r>
              <a:rPr lang="pt-BR" sz="3600" i="1" spc="100" dirty="0">
                <a:solidFill>
                  <a:schemeClr val="tx1"/>
                </a:solidFill>
                <a:latin typeface="Red Hat Display" panose="02010303040201060303" pitchFamily="2" charset="0"/>
              </a:rPr>
              <a:t>Lo</a:t>
            </a:r>
            <a:r>
              <a:rPr lang="pt-BR" sz="3600" b="0" i="1" spc="100" dirty="0">
                <a:solidFill>
                  <a:schemeClr val="tx1"/>
                </a:solidFill>
                <a:effectLst/>
                <a:latin typeface="Red Hat Display" panose="02010303040201060303" pitchFamily="2" charset="0"/>
              </a:rPr>
              <a:t>rem ipsum dolor sit amet</a:t>
            </a:r>
            <a:r>
              <a:rPr lang="pt-BR" sz="3600" b="0" i="0" spc="100" dirty="0">
                <a:solidFill>
                  <a:schemeClr val="tx1"/>
                </a:solidFill>
                <a:effectLst/>
                <a:latin typeface="Red Hat Display" panose="02010303040201060303" pitchFamily="2" charset="0"/>
              </a:rPr>
              <a:t>, consectetur adipiscing elit.</a:t>
            </a:r>
            <a:r>
              <a:rPr lang="pt-BR" sz="3600" spc="100" dirty="0">
                <a:solidFill>
                  <a:schemeClr val="tx1"/>
                </a:solidFill>
                <a:latin typeface="Red Hat Display" panose="02010303040201060303" pitchFamily="2" charset="0"/>
              </a:rPr>
              <a:t> </a:t>
            </a:r>
          </a:p>
          <a:p>
            <a:pPr>
              <a:lnSpc>
                <a:spcPts val="5400"/>
              </a:lnSpc>
            </a:pPr>
            <a:endParaRPr lang="pt-BR" sz="3600" spc="100" dirty="0">
              <a:solidFill>
                <a:schemeClr val="tx1"/>
              </a:solidFill>
              <a:latin typeface="Red Hat Display" panose="02010303040201060303" pitchFamily="2" charset="0"/>
            </a:endParaRPr>
          </a:p>
          <a:p>
            <a:pPr>
              <a:lnSpc>
                <a:spcPts val="5400"/>
              </a:lnSpc>
            </a:pPr>
            <a:r>
              <a:rPr lang="pt-BR" sz="3000" spc="100" dirty="0">
                <a:solidFill>
                  <a:schemeClr val="accent4"/>
                </a:solidFill>
                <a:latin typeface="Red Hat Display" panose="02010303040201060303" pitchFamily="2" charset="0"/>
              </a:rPr>
              <a:t>Enviado: DD/MM/AAAA</a:t>
            </a:r>
          </a:p>
          <a:p>
            <a:pPr>
              <a:lnSpc>
                <a:spcPts val="5400"/>
              </a:lnSpc>
            </a:pPr>
            <a:r>
              <a:rPr lang="pt-BR" sz="3000" spc="100" dirty="0">
                <a:solidFill>
                  <a:schemeClr val="accent4"/>
                </a:solidFill>
                <a:latin typeface="Red Hat Display" panose="02010303040201060303" pitchFamily="2" charset="0"/>
              </a:rPr>
              <a:t>Publicado em: DD/MM/AAAA</a:t>
            </a:r>
          </a:p>
        </p:txBody>
      </p:sp>
      <p:sp>
        <p:nvSpPr>
          <p:cNvPr id="6" name="Google Shape;24;g337081b69cc_0_7">
            <a:extLst>
              <a:ext uri="{FF2B5EF4-FFF2-40B4-BE49-F238E27FC236}">
                <a16:creationId xmlns:a16="http://schemas.microsoft.com/office/drawing/2014/main" id="{9536B993-B960-A1AC-61DA-5E7FE5DC93E7}"/>
              </a:ext>
            </a:extLst>
          </p:cNvPr>
          <p:cNvSpPr txBox="1"/>
          <p:nvPr/>
        </p:nvSpPr>
        <p:spPr>
          <a:xfrm>
            <a:off x="1026000" y="1257854"/>
            <a:ext cx="11664000" cy="4701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3000" cap="all" spc="240" dirty="0">
                <a:solidFill>
                  <a:schemeClr val="dk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rPr>
              <a:t>Revisão aberta</a:t>
            </a:r>
            <a:endParaRPr lang="pt-BR" sz="3000" cap="all" spc="240" dirty="0"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</p:spTree>
    <p:extLst>
      <p:ext uri="{BB962C8B-B14F-4D97-AF65-F5344CB8AC3E}">
        <p14:creationId xmlns:p14="http://schemas.microsoft.com/office/powerpoint/2010/main" val="254721555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22">
          <a:extLst>
            <a:ext uri="{FF2B5EF4-FFF2-40B4-BE49-F238E27FC236}">
              <a16:creationId xmlns:a16="http://schemas.microsoft.com/office/drawing/2014/main" id="{70DB2E6F-0068-E20B-6C41-FD6462E6E2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24;g337081b69cc_0_7">
            <a:extLst>
              <a:ext uri="{FF2B5EF4-FFF2-40B4-BE49-F238E27FC236}">
                <a16:creationId xmlns:a16="http://schemas.microsoft.com/office/drawing/2014/main" id="{BFD2FBCF-972E-3967-7326-B4517ECB78AC}"/>
              </a:ext>
            </a:extLst>
          </p:cNvPr>
          <p:cNvSpPr txBox="1"/>
          <p:nvPr/>
        </p:nvSpPr>
        <p:spPr>
          <a:xfrm>
            <a:off x="1026000" y="1257854"/>
            <a:ext cx="11664000" cy="4701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3000" cap="all" spc="240" dirty="0">
                <a:solidFill>
                  <a:schemeClr val="dk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rPr>
              <a:t>Editoria</a:t>
            </a:r>
            <a:endParaRPr lang="pt-BR" sz="3000" cap="all" spc="240" dirty="0"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9" name="Google Shape;23;g337081b69cc_0_7">
            <a:extLst>
              <a:ext uri="{FF2B5EF4-FFF2-40B4-BE49-F238E27FC236}">
                <a16:creationId xmlns:a16="http://schemas.microsoft.com/office/drawing/2014/main" id="{C3D0D65D-20F8-7435-3F1E-8D2E7D699F34}"/>
              </a:ext>
            </a:extLst>
          </p:cNvPr>
          <p:cNvSpPr txBox="1"/>
          <p:nvPr/>
        </p:nvSpPr>
        <p:spPr>
          <a:xfrm>
            <a:off x="1026000" y="5099803"/>
            <a:ext cx="11664000" cy="88565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48000" rIns="43200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6400" cap="all" spc="400" dirty="0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Nome da pessoa </a:t>
            </a:r>
            <a:r>
              <a:rPr lang="pt-BR" sz="6400" i="1" cap="all" spc="400" dirty="0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destacada </a:t>
            </a:r>
          </a:p>
          <a:p>
            <a:pPr>
              <a:lnSpc>
                <a:spcPts val="5400"/>
              </a:lnSpc>
            </a:pPr>
            <a:endParaRPr lang="pt-BR" sz="3600" spc="100" dirty="0">
              <a:solidFill>
                <a:schemeClr val="tx1"/>
              </a:solidFill>
              <a:latin typeface="Red Hat Display" panose="02010303040201060303" pitchFamily="2" charset="0"/>
            </a:endParaRPr>
          </a:p>
          <a:p>
            <a:pPr>
              <a:lnSpc>
                <a:spcPts val="5400"/>
              </a:lnSpc>
            </a:pPr>
            <a:r>
              <a:rPr lang="pt-BR" sz="3600" spc="100" dirty="0" err="1">
                <a:solidFill>
                  <a:schemeClr val="tx1"/>
                </a:solidFill>
                <a:latin typeface="Red Hat Display" panose="02010303040201060303" pitchFamily="2" charset="0"/>
              </a:rPr>
              <a:t>Minibio</a:t>
            </a:r>
            <a:r>
              <a:rPr lang="pt-BR" sz="3600" spc="100" dirty="0">
                <a:solidFill>
                  <a:schemeClr val="tx1"/>
                </a:solidFill>
                <a:latin typeface="Red Hat Display" panose="02010303040201060303" pitchFamily="2" charset="0"/>
              </a:rPr>
              <a:t> com retrato </a:t>
            </a:r>
            <a:r>
              <a:rPr lang="pt-BR" sz="3600" b="0" i="0" spc="100" dirty="0">
                <a:solidFill>
                  <a:schemeClr val="tx1"/>
                </a:solidFill>
                <a:effectLst/>
                <a:latin typeface="Red Hat Display" panose="02010303040201060303" pitchFamily="2" charset="0"/>
              </a:rPr>
              <a:t>ipsum dolor sit amet, consectetur adipiscing elit. Maecenas elit et ipsum finibus, eget fermentum sapien rutrum. Maecenas metus massa, pulvinar in malesuada eu, aliquet nec elit. </a:t>
            </a:r>
            <a:r>
              <a:rPr lang="pt-BR" sz="3600" spc="100" dirty="0">
                <a:solidFill>
                  <a:schemeClr val="tx1"/>
                </a:solidFill>
                <a:latin typeface="Red Hat Display" panose="02010303040201060303" pitchFamily="2" charset="0"/>
              </a:rPr>
              <a:t>Parecer l</a:t>
            </a:r>
            <a:r>
              <a:rPr lang="pt-BR" sz="3600" b="0" i="0" spc="100" dirty="0">
                <a:solidFill>
                  <a:schemeClr val="tx1"/>
                </a:solidFill>
                <a:effectLst/>
                <a:latin typeface="Red Hat Display" panose="02010303040201060303" pitchFamily="2" charset="0"/>
              </a:rPr>
              <a:t>orem ipsum dolor sit amet, consectetur adipiscing elit. Maecenas elit et ipsum finibus, eget fermentum sapien rutrum. Maecenas metus massa, pulvinar in malesuada eu, aliquet nec elit. </a:t>
            </a:r>
            <a:endParaRPr lang="pt-BR" sz="6400" i="1" cap="all" spc="400" dirty="0"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1" name="Espaço Reservado para Imagem 10">
            <a:extLst>
              <a:ext uri="{FF2B5EF4-FFF2-40B4-BE49-F238E27FC236}">
                <a16:creationId xmlns:a16="http://schemas.microsoft.com/office/drawing/2014/main" id="{B4622A60-8AF8-56C3-E870-72AF7D3DE81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195686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">
          <a:extLst>
            <a:ext uri="{FF2B5EF4-FFF2-40B4-BE49-F238E27FC236}">
              <a16:creationId xmlns:a16="http://schemas.microsoft.com/office/drawing/2014/main" id="{92E638A9-CF09-D143-70B7-41BBA56445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24;g337081b69cc_0_7">
            <a:extLst>
              <a:ext uri="{FF2B5EF4-FFF2-40B4-BE49-F238E27FC236}">
                <a16:creationId xmlns:a16="http://schemas.microsoft.com/office/drawing/2014/main" id="{9DAF0747-7AC8-4C5F-C0A1-CBF9BE164855}"/>
              </a:ext>
            </a:extLst>
          </p:cNvPr>
          <p:cNvSpPr txBox="1"/>
          <p:nvPr/>
        </p:nvSpPr>
        <p:spPr>
          <a:xfrm>
            <a:off x="1026000" y="1257854"/>
            <a:ext cx="11664000" cy="4701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3000" cap="all" spc="240" dirty="0">
                <a:solidFill>
                  <a:schemeClr val="dk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rPr>
              <a:t>Editoria</a:t>
            </a:r>
            <a:endParaRPr lang="pt-BR" sz="3000" cap="all" spc="240" dirty="0"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9" name="Google Shape;23;g337081b69cc_0_7">
            <a:extLst>
              <a:ext uri="{FF2B5EF4-FFF2-40B4-BE49-F238E27FC236}">
                <a16:creationId xmlns:a16="http://schemas.microsoft.com/office/drawing/2014/main" id="{09738347-B697-B364-D50F-3C266C6C5DD2}"/>
              </a:ext>
            </a:extLst>
          </p:cNvPr>
          <p:cNvSpPr txBox="1"/>
          <p:nvPr/>
        </p:nvSpPr>
        <p:spPr>
          <a:xfrm>
            <a:off x="1026000" y="5099803"/>
            <a:ext cx="11664000" cy="88565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48000" rIns="43200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6400" cap="all" spc="400" dirty="0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Nome da pessoa </a:t>
            </a:r>
            <a:r>
              <a:rPr lang="pt-BR" sz="6400" i="1" cap="all" spc="400" dirty="0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destacada </a:t>
            </a:r>
          </a:p>
          <a:p>
            <a:pPr>
              <a:lnSpc>
                <a:spcPts val="5400"/>
              </a:lnSpc>
            </a:pPr>
            <a:endParaRPr lang="pt-BR" sz="3600" spc="100" dirty="0">
              <a:solidFill>
                <a:schemeClr val="tx1"/>
              </a:solidFill>
              <a:latin typeface="Red Hat Display" panose="02010303040201060303" pitchFamily="2" charset="0"/>
            </a:endParaRPr>
          </a:p>
          <a:p>
            <a:pPr>
              <a:lnSpc>
                <a:spcPts val="5400"/>
              </a:lnSpc>
            </a:pPr>
            <a:r>
              <a:rPr lang="pt-BR" sz="3600" spc="100" dirty="0" err="1">
                <a:solidFill>
                  <a:schemeClr val="tx1"/>
                </a:solidFill>
                <a:latin typeface="Red Hat Display" panose="02010303040201060303" pitchFamily="2" charset="0"/>
              </a:rPr>
              <a:t>Minibio</a:t>
            </a:r>
            <a:r>
              <a:rPr lang="pt-BR" sz="3600" spc="100" dirty="0">
                <a:solidFill>
                  <a:schemeClr val="tx1"/>
                </a:solidFill>
                <a:latin typeface="Red Hat Display" panose="02010303040201060303" pitchFamily="2" charset="0"/>
              </a:rPr>
              <a:t> com retrato </a:t>
            </a:r>
            <a:r>
              <a:rPr lang="pt-BR" sz="3600" b="0" i="0" spc="100" dirty="0">
                <a:solidFill>
                  <a:schemeClr val="tx1"/>
                </a:solidFill>
                <a:effectLst/>
                <a:latin typeface="Red Hat Display" panose="02010303040201060303" pitchFamily="2" charset="0"/>
              </a:rPr>
              <a:t>ipsum dolor sit amet, consectetur adipiscing elit. Maecenas elit et ipsum finibus, eget fermentum sapien rutrum. Maecenas metus massa, pulvinar in malesuada eu, aliquet nec elit. </a:t>
            </a:r>
            <a:r>
              <a:rPr lang="pt-BR" sz="3600" spc="100" dirty="0">
                <a:solidFill>
                  <a:schemeClr val="tx1"/>
                </a:solidFill>
                <a:latin typeface="Red Hat Display" panose="02010303040201060303" pitchFamily="2" charset="0"/>
              </a:rPr>
              <a:t>Parecer l</a:t>
            </a:r>
            <a:r>
              <a:rPr lang="pt-BR" sz="3600" b="0" i="0" spc="100" dirty="0">
                <a:solidFill>
                  <a:schemeClr val="tx1"/>
                </a:solidFill>
                <a:effectLst/>
                <a:latin typeface="Red Hat Display" panose="02010303040201060303" pitchFamily="2" charset="0"/>
              </a:rPr>
              <a:t>orem ipsum dolor sit amet, consectetur adipiscing elit. Maecenas elit et ipsum finibus, eget fermentum sapien rutrum. Maecenas metus massa, pulvinar in malesuada eu, aliquet nec elit. </a:t>
            </a:r>
            <a:endParaRPr lang="pt-BR" sz="6400" i="1" cap="all" spc="400" dirty="0"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1" name="Espaço Reservado para Imagem 10">
            <a:extLst>
              <a:ext uri="{FF2B5EF4-FFF2-40B4-BE49-F238E27FC236}">
                <a16:creationId xmlns:a16="http://schemas.microsoft.com/office/drawing/2014/main" id="{38967BB6-72BC-C865-E9F6-6A2B95380BB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0632120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">
          <a:extLst>
            <a:ext uri="{FF2B5EF4-FFF2-40B4-BE49-F238E27FC236}">
              <a16:creationId xmlns:a16="http://schemas.microsoft.com/office/drawing/2014/main" id="{6222CD80-6785-241B-3991-6BC961DC90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23;g337081b69cc_0_7">
            <a:extLst>
              <a:ext uri="{FF2B5EF4-FFF2-40B4-BE49-F238E27FC236}">
                <a16:creationId xmlns:a16="http://schemas.microsoft.com/office/drawing/2014/main" id="{A777940D-E67D-0093-03B6-FA9FDABF5761}"/>
              </a:ext>
            </a:extLst>
          </p:cNvPr>
          <p:cNvSpPr txBox="1"/>
          <p:nvPr/>
        </p:nvSpPr>
        <p:spPr>
          <a:xfrm>
            <a:off x="1026000" y="5099803"/>
            <a:ext cx="11664000" cy="88565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48000" rIns="43200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6400" cap="all" spc="400" dirty="0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Nome da pessoa </a:t>
            </a:r>
            <a:r>
              <a:rPr lang="pt-BR" sz="6400" i="1" cap="all" spc="400" dirty="0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destacada </a:t>
            </a:r>
          </a:p>
          <a:p>
            <a:pPr>
              <a:lnSpc>
                <a:spcPts val="5400"/>
              </a:lnSpc>
            </a:pPr>
            <a:endParaRPr lang="pt-BR" sz="3600" spc="100" dirty="0">
              <a:solidFill>
                <a:schemeClr val="tx1"/>
              </a:solidFill>
              <a:latin typeface="Red Hat Display" panose="02010303040201060303" pitchFamily="2" charset="0"/>
            </a:endParaRPr>
          </a:p>
          <a:p>
            <a:pPr>
              <a:lnSpc>
                <a:spcPts val="5400"/>
              </a:lnSpc>
            </a:pPr>
            <a:r>
              <a:rPr lang="pt-BR" sz="3600" spc="100" dirty="0" err="1">
                <a:solidFill>
                  <a:schemeClr val="tx1"/>
                </a:solidFill>
                <a:latin typeface="Red Hat Display" panose="02010303040201060303" pitchFamily="2" charset="0"/>
              </a:rPr>
              <a:t>Minibio</a:t>
            </a:r>
            <a:r>
              <a:rPr lang="pt-BR" sz="3600" spc="100" dirty="0">
                <a:solidFill>
                  <a:schemeClr val="tx1"/>
                </a:solidFill>
                <a:latin typeface="Red Hat Display" panose="02010303040201060303" pitchFamily="2" charset="0"/>
              </a:rPr>
              <a:t> sem retrato </a:t>
            </a:r>
            <a:r>
              <a:rPr lang="pt-BR" sz="3600" b="0" i="0" spc="100" dirty="0">
                <a:solidFill>
                  <a:schemeClr val="tx1"/>
                </a:solidFill>
                <a:effectLst/>
                <a:latin typeface="Red Hat Display" panose="02010303040201060303" pitchFamily="2" charset="0"/>
              </a:rPr>
              <a:t>ipsum dolor sit amet, consectetur adipiscing elit. Maecenas elit et ipsum finibus, eget fermentum sapien rutrum. Maecenas metus massa, pulvinar in malesuada eu, aliquet nec elit. </a:t>
            </a:r>
            <a:r>
              <a:rPr lang="pt-BR" sz="3600" spc="100" dirty="0">
                <a:solidFill>
                  <a:schemeClr val="tx1"/>
                </a:solidFill>
                <a:latin typeface="Red Hat Display" panose="02010303040201060303" pitchFamily="2" charset="0"/>
              </a:rPr>
              <a:t>Parecer l</a:t>
            </a:r>
            <a:r>
              <a:rPr lang="pt-BR" sz="3600" b="0" i="0" spc="100" dirty="0">
                <a:solidFill>
                  <a:schemeClr val="tx1"/>
                </a:solidFill>
                <a:effectLst/>
                <a:latin typeface="Red Hat Display" panose="02010303040201060303" pitchFamily="2" charset="0"/>
              </a:rPr>
              <a:t>orem ipsum dolor sit amet, consectetur adipiscing elit. Maecenas elit et ipsum finibus, eget fermentum sapien rutrum. Maecenas metus massa, pulvinar in malesuada eu, aliquet nec elit. </a:t>
            </a:r>
            <a:endParaRPr lang="pt-BR" sz="6400" i="1" cap="all" spc="400" dirty="0"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C0EE5041-3731-7720-7C82-F2E48E22D8B2}"/>
              </a:ext>
            </a:extLst>
          </p:cNvPr>
          <p:cNvSpPr>
            <a:spLocks noChangeAspect="1"/>
          </p:cNvSpPr>
          <p:nvPr/>
        </p:nvSpPr>
        <p:spPr>
          <a:xfrm>
            <a:off x="990109" y="3053324"/>
            <a:ext cx="2015999" cy="2015999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Google Shape;24;g337081b69cc_0_7">
            <a:extLst>
              <a:ext uri="{FF2B5EF4-FFF2-40B4-BE49-F238E27FC236}">
                <a16:creationId xmlns:a16="http://schemas.microsoft.com/office/drawing/2014/main" id="{B9BEEF02-E9A0-096D-EC62-CB5847C24241}"/>
              </a:ext>
            </a:extLst>
          </p:cNvPr>
          <p:cNvSpPr txBox="1"/>
          <p:nvPr/>
        </p:nvSpPr>
        <p:spPr>
          <a:xfrm>
            <a:off x="1026000" y="1257854"/>
            <a:ext cx="11664000" cy="4701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3000" cap="all" spc="240" dirty="0">
                <a:solidFill>
                  <a:schemeClr val="dk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rPr>
              <a:t>Editoria</a:t>
            </a:r>
            <a:endParaRPr lang="pt-BR" sz="3000" cap="all" spc="240" dirty="0"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</p:spTree>
    <p:extLst>
      <p:ext uri="{BB962C8B-B14F-4D97-AF65-F5344CB8AC3E}">
        <p14:creationId xmlns:p14="http://schemas.microsoft.com/office/powerpoint/2010/main" val="309935056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">
          <a:extLst>
            <a:ext uri="{FF2B5EF4-FFF2-40B4-BE49-F238E27FC236}">
              <a16:creationId xmlns:a16="http://schemas.microsoft.com/office/drawing/2014/main" id="{42A8EEE8-7355-6DAB-1004-25EF4216F4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23;g337081b69cc_0_7">
            <a:extLst>
              <a:ext uri="{FF2B5EF4-FFF2-40B4-BE49-F238E27FC236}">
                <a16:creationId xmlns:a16="http://schemas.microsoft.com/office/drawing/2014/main" id="{1844727E-FFA8-6D3A-95B5-5BFBDC8FFF03}"/>
              </a:ext>
            </a:extLst>
          </p:cNvPr>
          <p:cNvSpPr txBox="1"/>
          <p:nvPr/>
        </p:nvSpPr>
        <p:spPr>
          <a:xfrm>
            <a:off x="1026000" y="5099803"/>
            <a:ext cx="11664000" cy="88565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48000" rIns="43200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6400" cap="all" spc="400" dirty="0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Nome da pessoa </a:t>
            </a:r>
            <a:r>
              <a:rPr lang="pt-BR" sz="6400" i="1" cap="all" spc="400" dirty="0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destacada </a:t>
            </a:r>
          </a:p>
          <a:p>
            <a:pPr>
              <a:lnSpc>
                <a:spcPts val="5400"/>
              </a:lnSpc>
            </a:pPr>
            <a:endParaRPr lang="pt-BR" sz="3600" spc="100" dirty="0">
              <a:solidFill>
                <a:schemeClr val="tx1"/>
              </a:solidFill>
              <a:latin typeface="Red Hat Display" panose="02010303040201060303" pitchFamily="2" charset="0"/>
            </a:endParaRPr>
          </a:p>
          <a:p>
            <a:pPr>
              <a:lnSpc>
                <a:spcPts val="5400"/>
              </a:lnSpc>
            </a:pPr>
            <a:r>
              <a:rPr lang="pt-BR" sz="3600" spc="100" dirty="0" err="1">
                <a:solidFill>
                  <a:schemeClr val="tx1"/>
                </a:solidFill>
                <a:latin typeface="Red Hat Display" panose="02010303040201060303" pitchFamily="2" charset="0"/>
              </a:rPr>
              <a:t>Minibio</a:t>
            </a:r>
            <a:r>
              <a:rPr lang="pt-BR" sz="3600" spc="100" dirty="0">
                <a:solidFill>
                  <a:schemeClr val="tx1"/>
                </a:solidFill>
                <a:latin typeface="Red Hat Display" panose="02010303040201060303" pitchFamily="2" charset="0"/>
              </a:rPr>
              <a:t> sem retrato </a:t>
            </a:r>
            <a:r>
              <a:rPr lang="pt-BR" sz="3600" b="0" i="0" spc="100" dirty="0">
                <a:solidFill>
                  <a:schemeClr val="tx1"/>
                </a:solidFill>
                <a:effectLst/>
                <a:latin typeface="Red Hat Display" panose="02010303040201060303" pitchFamily="2" charset="0"/>
              </a:rPr>
              <a:t>ipsum dolor sit amet, consectetur adipiscing elit. Maecenas elit et ipsum finibus, eget fermentum sapien rutrum. Maecenas metus massa, pulvinar in malesuada eu, aliquet nec elit. </a:t>
            </a:r>
            <a:r>
              <a:rPr lang="pt-BR" sz="3600" spc="100" dirty="0">
                <a:solidFill>
                  <a:schemeClr val="tx1"/>
                </a:solidFill>
                <a:latin typeface="Red Hat Display" panose="02010303040201060303" pitchFamily="2" charset="0"/>
              </a:rPr>
              <a:t>Parecer l</a:t>
            </a:r>
            <a:r>
              <a:rPr lang="pt-BR" sz="3600" b="0" i="0" spc="100" dirty="0">
                <a:solidFill>
                  <a:schemeClr val="tx1"/>
                </a:solidFill>
                <a:effectLst/>
                <a:latin typeface="Red Hat Display" panose="02010303040201060303" pitchFamily="2" charset="0"/>
              </a:rPr>
              <a:t>orem ipsum dolor sit amet, consectetur adipiscing elit. Maecenas elit et ipsum finibus, eget fermentum sapien rutrum. Maecenas metus massa, pulvinar in malesuada eu, aliquet nec elit. </a:t>
            </a:r>
            <a:endParaRPr lang="pt-BR" sz="6400" i="1" cap="all" spc="400" dirty="0"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D92F5CA6-B779-37FD-633E-7F670AD38983}"/>
              </a:ext>
            </a:extLst>
          </p:cNvPr>
          <p:cNvSpPr>
            <a:spLocks noChangeAspect="1"/>
          </p:cNvSpPr>
          <p:nvPr/>
        </p:nvSpPr>
        <p:spPr>
          <a:xfrm>
            <a:off x="990109" y="3053324"/>
            <a:ext cx="2015999" cy="2015999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Google Shape;24;g337081b69cc_0_7">
            <a:extLst>
              <a:ext uri="{FF2B5EF4-FFF2-40B4-BE49-F238E27FC236}">
                <a16:creationId xmlns:a16="http://schemas.microsoft.com/office/drawing/2014/main" id="{61E17729-72A2-5473-4EB9-858061001AA7}"/>
              </a:ext>
            </a:extLst>
          </p:cNvPr>
          <p:cNvSpPr txBox="1"/>
          <p:nvPr/>
        </p:nvSpPr>
        <p:spPr>
          <a:xfrm>
            <a:off x="1026000" y="1257854"/>
            <a:ext cx="11664000" cy="4701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3000" cap="all" spc="240" dirty="0">
                <a:solidFill>
                  <a:schemeClr val="dk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rPr>
              <a:t>Editoria</a:t>
            </a:r>
            <a:endParaRPr lang="pt-BR" sz="3000" cap="all" spc="240" dirty="0"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</p:spTree>
    <p:extLst>
      <p:ext uri="{BB962C8B-B14F-4D97-AF65-F5344CB8AC3E}">
        <p14:creationId xmlns:p14="http://schemas.microsoft.com/office/powerpoint/2010/main" val="24877950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24;g337081b69cc_0_7">
            <a:extLst>
              <a:ext uri="{FF2B5EF4-FFF2-40B4-BE49-F238E27FC236}">
                <a16:creationId xmlns:a16="http://schemas.microsoft.com/office/drawing/2014/main" id="{3E084497-28A9-C412-06AA-7F365F09C744}"/>
              </a:ext>
            </a:extLst>
          </p:cNvPr>
          <p:cNvSpPr txBox="1">
            <a:spLocks/>
          </p:cNvSpPr>
          <p:nvPr/>
        </p:nvSpPr>
        <p:spPr>
          <a:xfrm>
            <a:off x="1045528" y="15910145"/>
            <a:ext cx="11664000" cy="4773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3000" cap="all" spc="240" dirty="0">
                <a:solidFill>
                  <a:schemeClr val="accent3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rPr>
              <a:t>cadernos.abralin.org</a:t>
            </a:r>
            <a:endParaRPr lang="pt-BR" sz="3000" cap="all" spc="240" dirty="0">
              <a:solidFill>
                <a:schemeClr val="accent3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</p:spTree>
    <p:extLst>
      <p:ext uri="{BB962C8B-B14F-4D97-AF65-F5344CB8AC3E}">
        <p14:creationId xmlns:p14="http://schemas.microsoft.com/office/powerpoint/2010/main" val="351896715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">
          <a:extLst>
            <a:ext uri="{FF2B5EF4-FFF2-40B4-BE49-F238E27FC236}">
              <a16:creationId xmlns:a16="http://schemas.microsoft.com/office/drawing/2014/main" id="{E9232F0A-ECC8-30E1-BC7C-16679AE106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23;g337081b69cc_0_7">
            <a:extLst>
              <a:ext uri="{FF2B5EF4-FFF2-40B4-BE49-F238E27FC236}">
                <a16:creationId xmlns:a16="http://schemas.microsoft.com/office/drawing/2014/main" id="{6B9D67E7-4D82-91FF-A5A1-1CBB7CB72287}"/>
              </a:ext>
            </a:extLst>
          </p:cNvPr>
          <p:cNvSpPr txBox="1"/>
          <p:nvPr/>
        </p:nvSpPr>
        <p:spPr>
          <a:xfrm>
            <a:off x="893086" y="3436491"/>
            <a:ext cx="11664000" cy="4924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ts val="19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7800" cap="all" spc="400" dirty="0">
                <a:solidFill>
                  <a:schemeClr val="dk1"/>
                </a:solidFill>
                <a:latin typeface="Red Hat Display Light" panose="02010303040201060303" pitchFamily="2" charset="0"/>
                <a:ea typeface="Red Hat Display"/>
                <a:cs typeface="Red Hat Display"/>
                <a:sym typeface="Red Hat Display"/>
              </a:rPr>
              <a:t>Novo</a:t>
            </a:r>
          </a:p>
          <a:p>
            <a:pPr marL="0" lvl="0" indent="0" algn="l" rtl="0">
              <a:lnSpc>
                <a:spcPts val="19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7800" cap="all" spc="400" dirty="0">
                <a:solidFill>
                  <a:schemeClr val="dk1"/>
                </a:solidFill>
                <a:latin typeface="Red Hat Display Light" panose="02010303040201060303" pitchFamily="2" charset="0"/>
                <a:ea typeface="Red Hat Display"/>
                <a:cs typeface="Red Hat Display"/>
                <a:sym typeface="Red Hat Display"/>
              </a:rPr>
              <a:t>número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AAE8FA64-6F7F-DFF0-84FD-127603CFDE4A}"/>
              </a:ext>
            </a:extLst>
          </p:cNvPr>
          <p:cNvSpPr txBox="1"/>
          <p:nvPr/>
        </p:nvSpPr>
        <p:spPr>
          <a:xfrm>
            <a:off x="954046" y="8360916"/>
            <a:ext cx="11664000" cy="1330225"/>
          </a:xfrm>
          <a:prstGeom prst="rect">
            <a:avLst/>
          </a:prstGeom>
          <a:noFill/>
        </p:spPr>
        <p:txBody>
          <a:bodyPr wrap="square" tIns="270000" bIns="72000">
            <a:spAutoFit/>
          </a:bodyPr>
          <a:lstStyle/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pt-BR" sz="6400" cap="all" spc="400" dirty="0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V.0 n.0 já disponível</a:t>
            </a:r>
            <a:endParaRPr lang="pt-BR" sz="6400" cap="all" spc="400" dirty="0">
              <a:solidFill>
                <a:schemeClr val="dk1"/>
              </a:solidFill>
              <a:latin typeface="Red Hat Display Light" panose="02010303040201060303" pitchFamily="2" charset="0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4" name="Google Shape;24;g337081b69cc_0_7">
            <a:extLst>
              <a:ext uri="{FF2B5EF4-FFF2-40B4-BE49-F238E27FC236}">
                <a16:creationId xmlns:a16="http://schemas.microsoft.com/office/drawing/2014/main" id="{E94E4574-C09A-7022-B123-16B22D903F97}"/>
              </a:ext>
            </a:extLst>
          </p:cNvPr>
          <p:cNvSpPr txBox="1"/>
          <p:nvPr/>
        </p:nvSpPr>
        <p:spPr>
          <a:xfrm>
            <a:off x="1026000" y="1257854"/>
            <a:ext cx="11664000" cy="4701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3000" cap="all" spc="240" dirty="0" err="1">
                <a:solidFill>
                  <a:schemeClr val="dk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rPr>
              <a:t>cadernos</a:t>
            </a:r>
            <a:r>
              <a:rPr lang="en-US" sz="3000" cap="all" spc="240" dirty="0">
                <a:solidFill>
                  <a:schemeClr val="dk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rPr>
              <a:t> de </a:t>
            </a:r>
            <a:r>
              <a:rPr lang="en-US" sz="3000" cap="all" spc="240" dirty="0" err="1">
                <a:solidFill>
                  <a:schemeClr val="dk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rPr>
              <a:t>linguística</a:t>
            </a:r>
            <a:endParaRPr lang="pt-BR" sz="3000" cap="all" spc="240" dirty="0"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</p:spTree>
    <p:extLst>
      <p:ext uri="{BB962C8B-B14F-4D97-AF65-F5344CB8AC3E}">
        <p14:creationId xmlns:p14="http://schemas.microsoft.com/office/powerpoint/2010/main" val="417034283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">
          <a:extLst>
            <a:ext uri="{FF2B5EF4-FFF2-40B4-BE49-F238E27FC236}">
              <a16:creationId xmlns:a16="http://schemas.microsoft.com/office/drawing/2014/main" id="{78ABA8B6-4508-7BE7-37E3-13A98117BC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ela 4">
            <a:extLst>
              <a:ext uri="{FF2B5EF4-FFF2-40B4-BE49-F238E27FC236}">
                <a16:creationId xmlns:a16="http://schemas.microsoft.com/office/drawing/2014/main" id="{4076CEBE-F12C-5EF2-25C5-765B501D192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48988998"/>
              </p:ext>
            </p:extLst>
          </p:nvPr>
        </p:nvGraphicFramePr>
        <p:xfrm>
          <a:off x="1026475" y="3594897"/>
          <a:ext cx="11664000" cy="1100046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664000">
                  <a:extLst>
                    <a:ext uri="{9D8B030D-6E8A-4147-A177-3AD203B41FA5}">
                      <a16:colId xmlns:a16="http://schemas.microsoft.com/office/drawing/2014/main" val="14015427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ts val="4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3600" cap="all" spc="240" baseline="0" dirty="0" err="1">
                          <a:solidFill>
                            <a:schemeClr val="dk1"/>
                          </a:solidFill>
                          <a:latin typeface="Red Hat Display Medium"/>
                          <a:ea typeface="Red Hat Display Medium"/>
                          <a:cs typeface="Red Hat Display Medium"/>
                          <a:sym typeface="Red Hat Display Medium"/>
                        </a:rPr>
                        <a:t>revisão</a:t>
                      </a:r>
                      <a:r>
                        <a:rPr lang="en-US" sz="3600" cap="all" spc="240" baseline="0" dirty="0">
                          <a:solidFill>
                            <a:schemeClr val="dk1"/>
                          </a:solidFill>
                          <a:latin typeface="Red Hat Display Medium"/>
                          <a:ea typeface="Red Hat Display Medium"/>
                          <a:cs typeface="Red Hat Display Medium"/>
                          <a:sym typeface="Red Hat Display Medium"/>
                        </a:rPr>
                        <a:t> da </a:t>
                      </a:r>
                      <a:r>
                        <a:rPr lang="en-US" sz="3600" cap="all" spc="240" baseline="0" dirty="0" err="1">
                          <a:solidFill>
                            <a:schemeClr val="dk1"/>
                          </a:solidFill>
                          <a:latin typeface="Red Hat Display Medium"/>
                          <a:ea typeface="Red Hat Display Medium"/>
                          <a:cs typeface="Red Hat Display Medium"/>
                          <a:sym typeface="Red Hat Display Medium"/>
                        </a:rPr>
                        <a:t>literatura</a:t>
                      </a:r>
                      <a:endParaRPr lang="en-US" sz="3600" cap="all" spc="240" baseline="0" dirty="0">
                        <a:solidFill>
                          <a:schemeClr val="dk1"/>
                        </a:solidFill>
                        <a:latin typeface="Red Hat Display Medium"/>
                        <a:ea typeface="Red Hat Display Medium"/>
                        <a:cs typeface="Red Hat Display Medium"/>
                        <a:sym typeface="Red Hat Display Medium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ts val="4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lang="en-US" sz="3000" cap="all" spc="240" dirty="0">
                        <a:solidFill>
                          <a:schemeClr val="dk1"/>
                        </a:solidFill>
                        <a:latin typeface="Red Hat Display Medium"/>
                        <a:ea typeface="Red Hat Display Medium"/>
                        <a:cs typeface="Red Hat Display Medium"/>
                        <a:sym typeface="Red Hat Display Medium"/>
                      </a:endParaRPr>
                    </a:p>
                  </a:txBody>
                  <a:tcPr marL="0" marR="720000" marT="0" marB="540000">
                    <a:lnL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9051304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ts val="4200"/>
                        </a:lnSpc>
                      </a:pPr>
                      <a:r>
                        <a:rPr lang="pt-BR" sz="3000" b="0" i="0" spc="100" dirty="0">
                          <a:solidFill>
                            <a:schemeClr val="tx1"/>
                          </a:solidFill>
                          <a:effectLst/>
                          <a:latin typeface="Red Hat Display ExtraBold" panose="02010303040201060303" pitchFamily="2" charset="0"/>
                        </a:rPr>
                        <a:t>Lorem ipsum dolor sit amet, consectetur adipiscing elit. Maecenas condimentum elit et ipsum finibus rutrum.</a:t>
                      </a:r>
                    </a:p>
                    <a:p>
                      <a:pPr>
                        <a:lnSpc>
                          <a:spcPts val="4200"/>
                        </a:lnSpc>
                      </a:pPr>
                      <a:r>
                        <a:rPr lang="en-US" sz="2400" cap="all" spc="200" dirty="0">
                          <a:solidFill>
                            <a:schemeClr val="accent4"/>
                          </a:solidFill>
                          <a:latin typeface="Red Hat Display" panose="02010303040201060303" pitchFamily="2" charset="0"/>
                          <a:ea typeface="Red Hat Display Medium"/>
                          <a:cs typeface="Red Hat Display Medium"/>
                          <a:sym typeface="Red Hat Display Medium"/>
                        </a:rPr>
                        <a:t>SOBRENOME, N., SOBRENOME, N., 2025.</a:t>
                      </a:r>
                      <a:endParaRPr lang="pt-BR" sz="2400" dirty="0"/>
                    </a:p>
                  </a:txBody>
                  <a:tcPr marL="0" marR="720000" marT="0" marB="540000">
                    <a:lnL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3167102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ts val="4200"/>
                        </a:lnSpc>
                      </a:pPr>
                      <a:r>
                        <a:rPr lang="pt-BR" sz="3000" b="0" i="0" spc="100" dirty="0">
                          <a:solidFill>
                            <a:schemeClr val="tx1"/>
                          </a:solidFill>
                          <a:effectLst/>
                          <a:latin typeface="Red Hat Display ExtraBold" panose="02010303040201060303" pitchFamily="2" charset="0"/>
                        </a:rPr>
                        <a:t>Lorem ipsum dolor sit amet, consectetur adipiscing elit. Maecenas condimentum elit et ipsum finibus, eget fermentum sapien rutrum. </a:t>
                      </a:r>
                    </a:p>
                    <a:p>
                      <a:pPr>
                        <a:lnSpc>
                          <a:spcPts val="4200"/>
                        </a:lnSpc>
                      </a:pPr>
                      <a:r>
                        <a:rPr lang="en-US" sz="2400" cap="all" spc="200" dirty="0">
                          <a:solidFill>
                            <a:schemeClr val="accent4"/>
                          </a:solidFill>
                          <a:latin typeface="Red Hat Display" panose="02010303040201060303" pitchFamily="2" charset="0"/>
                          <a:ea typeface="Red Hat Display Medium"/>
                          <a:cs typeface="Red Hat Display Medium"/>
                          <a:sym typeface="Red Hat Display Medium"/>
                        </a:rPr>
                        <a:t>SOBRENOME, N., SOBRENOME, N., 2025.</a:t>
                      </a:r>
                    </a:p>
                  </a:txBody>
                  <a:tcPr marL="0" marR="720000" marT="0" marB="540000">
                    <a:lnL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6225961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ts val="4200"/>
                        </a:lnSpc>
                      </a:pPr>
                      <a:r>
                        <a:rPr lang="pt-BR" sz="3000" b="0" i="0" spc="100" dirty="0">
                          <a:solidFill>
                            <a:schemeClr val="tx1"/>
                          </a:solidFill>
                          <a:effectLst/>
                          <a:latin typeface="Red Hat Display ExtraBold" panose="02010303040201060303" pitchFamily="2" charset="0"/>
                        </a:rPr>
                        <a:t>Lorem ipsum dolor sit amet, consectetur adipiscing elit. Maecenas condimentum elit et ipsum finibus, eget sapien. </a:t>
                      </a:r>
                    </a:p>
                    <a:p>
                      <a:pPr>
                        <a:lnSpc>
                          <a:spcPts val="4200"/>
                        </a:lnSpc>
                      </a:pPr>
                      <a:r>
                        <a:rPr lang="en-US" sz="2400" cap="all" spc="200" dirty="0">
                          <a:solidFill>
                            <a:schemeClr val="accent4"/>
                          </a:solidFill>
                          <a:latin typeface="Red Hat Display" panose="02010303040201060303" pitchFamily="2" charset="0"/>
                          <a:ea typeface="Red Hat Display Medium"/>
                          <a:cs typeface="Red Hat Display Medium"/>
                          <a:sym typeface="Red Hat Display Medium"/>
                        </a:rPr>
                        <a:t>SOBRENOME, N., SOBRENOME, N., 2025.</a:t>
                      </a:r>
                      <a:endParaRPr lang="pt-BR" sz="2400" dirty="0"/>
                    </a:p>
                  </a:txBody>
                  <a:tcPr marL="0" marR="720000" marT="0" marB="540000">
                    <a:lnL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034131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ts val="4200"/>
                        </a:lnSpc>
                      </a:pPr>
                      <a:r>
                        <a:rPr lang="pt-BR" sz="3000" b="0" i="0" spc="100" dirty="0">
                          <a:solidFill>
                            <a:schemeClr val="tx1"/>
                          </a:solidFill>
                          <a:effectLst/>
                          <a:latin typeface="Red Hat Display ExtraBold" panose="02010303040201060303" pitchFamily="2" charset="0"/>
                        </a:rPr>
                        <a:t>Lorem ipsum dolor sit amet, consectetur adipiscing elit. Maecenas condimentum elit et ipsum finibus, eget fermentum sapien rutrum. </a:t>
                      </a:r>
                    </a:p>
                    <a:p>
                      <a:pPr>
                        <a:lnSpc>
                          <a:spcPts val="4200"/>
                        </a:lnSpc>
                      </a:pPr>
                      <a:r>
                        <a:rPr lang="en-US" sz="2400" cap="all" spc="200" dirty="0">
                          <a:solidFill>
                            <a:schemeClr val="accent4"/>
                          </a:solidFill>
                          <a:latin typeface="Red Hat Display" panose="02010303040201060303" pitchFamily="2" charset="0"/>
                          <a:ea typeface="Red Hat Display Medium"/>
                          <a:cs typeface="Red Hat Display Medium"/>
                          <a:sym typeface="Red Hat Display Medium"/>
                        </a:rPr>
                        <a:t>SOBRENOME, N., SOBRENOME, N., 2025.</a:t>
                      </a:r>
                      <a:endParaRPr lang="pt-BR" sz="2400" dirty="0"/>
                    </a:p>
                  </a:txBody>
                  <a:tcPr marL="0" marR="720000" marT="0" marB="540000">
                    <a:lnL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94927990"/>
                  </a:ext>
                </a:extLst>
              </a:tr>
            </a:tbl>
          </a:graphicData>
        </a:graphic>
      </p:graphicFrame>
      <p:sp>
        <p:nvSpPr>
          <p:cNvPr id="2" name="Google Shape;24;g337081b69cc_0_7">
            <a:extLst>
              <a:ext uri="{FF2B5EF4-FFF2-40B4-BE49-F238E27FC236}">
                <a16:creationId xmlns:a16="http://schemas.microsoft.com/office/drawing/2014/main" id="{A26508AF-D25F-D45D-065C-EA2808B1A512}"/>
              </a:ext>
            </a:extLst>
          </p:cNvPr>
          <p:cNvSpPr txBox="1"/>
          <p:nvPr/>
        </p:nvSpPr>
        <p:spPr>
          <a:xfrm>
            <a:off x="1026000" y="1257854"/>
            <a:ext cx="11664000" cy="4701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3000" cap="all" spc="240" dirty="0">
                <a:solidFill>
                  <a:schemeClr val="dk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rPr>
              <a:t>v.0 n.0  |  </a:t>
            </a:r>
            <a:r>
              <a:rPr lang="en-US" sz="3000" cap="all" spc="240" dirty="0" err="1">
                <a:solidFill>
                  <a:schemeClr val="dk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rPr>
              <a:t>cadernos</a:t>
            </a:r>
            <a:r>
              <a:rPr lang="en-US" sz="3000" cap="all" spc="240" dirty="0">
                <a:solidFill>
                  <a:schemeClr val="dk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rPr>
              <a:t> de </a:t>
            </a:r>
            <a:r>
              <a:rPr lang="en-US" sz="3000" cap="all" spc="240" dirty="0" err="1">
                <a:solidFill>
                  <a:schemeClr val="dk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rPr>
              <a:t>linguística</a:t>
            </a:r>
            <a:endParaRPr lang="pt-BR" sz="3000" cap="all" spc="240" dirty="0"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</p:spTree>
    <p:extLst>
      <p:ext uri="{BB962C8B-B14F-4D97-AF65-F5344CB8AC3E}">
        <p14:creationId xmlns:p14="http://schemas.microsoft.com/office/powerpoint/2010/main" val="284831840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">
          <a:extLst>
            <a:ext uri="{FF2B5EF4-FFF2-40B4-BE49-F238E27FC236}">
              <a16:creationId xmlns:a16="http://schemas.microsoft.com/office/drawing/2014/main" id="{7DA84C0D-69E4-57DB-630C-DA94EF6EFA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ela 4">
            <a:extLst>
              <a:ext uri="{FF2B5EF4-FFF2-40B4-BE49-F238E27FC236}">
                <a16:creationId xmlns:a16="http://schemas.microsoft.com/office/drawing/2014/main" id="{5F624005-7285-9ED8-1133-47FDD745F065}"/>
              </a:ext>
            </a:extLst>
          </p:cNvPr>
          <p:cNvGraphicFramePr>
            <a:graphicFrameLocks noGrp="1"/>
          </p:cNvGraphicFramePr>
          <p:nvPr/>
        </p:nvGraphicFramePr>
        <p:xfrm>
          <a:off x="1026475" y="3594897"/>
          <a:ext cx="11664000" cy="1100046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664000">
                  <a:extLst>
                    <a:ext uri="{9D8B030D-6E8A-4147-A177-3AD203B41FA5}">
                      <a16:colId xmlns:a16="http://schemas.microsoft.com/office/drawing/2014/main" val="14015427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ts val="4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3600" cap="all" spc="240" baseline="0" dirty="0" err="1">
                          <a:solidFill>
                            <a:schemeClr val="dk1"/>
                          </a:solidFill>
                          <a:latin typeface="Red Hat Display Medium"/>
                          <a:ea typeface="Red Hat Display Medium"/>
                          <a:cs typeface="Red Hat Display Medium"/>
                          <a:sym typeface="Red Hat Display Medium"/>
                        </a:rPr>
                        <a:t>revisão</a:t>
                      </a:r>
                      <a:r>
                        <a:rPr lang="en-US" sz="3600" cap="all" spc="240" baseline="0" dirty="0">
                          <a:solidFill>
                            <a:schemeClr val="dk1"/>
                          </a:solidFill>
                          <a:latin typeface="Red Hat Display Medium"/>
                          <a:ea typeface="Red Hat Display Medium"/>
                          <a:cs typeface="Red Hat Display Medium"/>
                          <a:sym typeface="Red Hat Display Medium"/>
                        </a:rPr>
                        <a:t> da </a:t>
                      </a:r>
                      <a:r>
                        <a:rPr lang="en-US" sz="3600" cap="all" spc="240" baseline="0" dirty="0" err="1">
                          <a:solidFill>
                            <a:schemeClr val="dk1"/>
                          </a:solidFill>
                          <a:latin typeface="Red Hat Display Medium"/>
                          <a:ea typeface="Red Hat Display Medium"/>
                          <a:cs typeface="Red Hat Display Medium"/>
                          <a:sym typeface="Red Hat Display Medium"/>
                        </a:rPr>
                        <a:t>literatura</a:t>
                      </a:r>
                      <a:endParaRPr lang="en-US" sz="3600" cap="all" spc="240" baseline="0" dirty="0">
                        <a:solidFill>
                          <a:schemeClr val="dk1"/>
                        </a:solidFill>
                        <a:latin typeface="Red Hat Display Medium"/>
                        <a:ea typeface="Red Hat Display Medium"/>
                        <a:cs typeface="Red Hat Display Medium"/>
                        <a:sym typeface="Red Hat Display Medium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ts val="4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lang="en-US" sz="3000" cap="all" spc="240" dirty="0">
                        <a:solidFill>
                          <a:schemeClr val="dk1"/>
                        </a:solidFill>
                        <a:latin typeface="Red Hat Display Medium"/>
                        <a:ea typeface="Red Hat Display Medium"/>
                        <a:cs typeface="Red Hat Display Medium"/>
                        <a:sym typeface="Red Hat Display Medium"/>
                      </a:endParaRPr>
                    </a:p>
                  </a:txBody>
                  <a:tcPr marL="0" marR="720000" marT="0" marB="540000">
                    <a:lnL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9051304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ts val="4200"/>
                        </a:lnSpc>
                      </a:pPr>
                      <a:r>
                        <a:rPr lang="pt-BR" sz="3000" b="0" i="0" spc="100" dirty="0">
                          <a:solidFill>
                            <a:schemeClr val="tx1"/>
                          </a:solidFill>
                          <a:effectLst/>
                          <a:latin typeface="Red Hat Display ExtraBold" panose="02010303040201060303" pitchFamily="2" charset="0"/>
                        </a:rPr>
                        <a:t>Lorem ipsum dolor sit amet, consectetur adipiscing elit. Maecenas condimentum elit et ipsum finibus rutrum.</a:t>
                      </a:r>
                    </a:p>
                    <a:p>
                      <a:pPr>
                        <a:lnSpc>
                          <a:spcPts val="4200"/>
                        </a:lnSpc>
                      </a:pPr>
                      <a:r>
                        <a:rPr lang="en-US" sz="2400" cap="all" spc="200" dirty="0">
                          <a:solidFill>
                            <a:schemeClr val="accent4"/>
                          </a:solidFill>
                          <a:latin typeface="Red Hat Display" panose="02010303040201060303" pitchFamily="2" charset="0"/>
                          <a:ea typeface="Red Hat Display Medium"/>
                          <a:cs typeface="Red Hat Display Medium"/>
                          <a:sym typeface="Red Hat Display Medium"/>
                        </a:rPr>
                        <a:t>SOBRENOME, N., SOBRENOME, N., 2025.</a:t>
                      </a:r>
                      <a:endParaRPr lang="pt-BR" sz="2400" dirty="0"/>
                    </a:p>
                  </a:txBody>
                  <a:tcPr marL="0" marR="720000" marT="0" marB="540000">
                    <a:lnL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3167102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ts val="4200"/>
                        </a:lnSpc>
                      </a:pPr>
                      <a:r>
                        <a:rPr lang="pt-BR" sz="3000" b="0" i="0" spc="100" dirty="0">
                          <a:solidFill>
                            <a:schemeClr val="tx1"/>
                          </a:solidFill>
                          <a:effectLst/>
                          <a:latin typeface="Red Hat Display ExtraBold" panose="02010303040201060303" pitchFamily="2" charset="0"/>
                        </a:rPr>
                        <a:t>Lorem ipsum dolor sit amet, consectetur adipiscing elit. Maecenas condimentum elit et ipsum finibus, eget fermentum sapien rutrum. </a:t>
                      </a:r>
                    </a:p>
                    <a:p>
                      <a:pPr>
                        <a:lnSpc>
                          <a:spcPts val="4200"/>
                        </a:lnSpc>
                      </a:pPr>
                      <a:r>
                        <a:rPr lang="en-US" sz="2400" cap="all" spc="200" dirty="0">
                          <a:solidFill>
                            <a:schemeClr val="accent4"/>
                          </a:solidFill>
                          <a:latin typeface="Red Hat Display" panose="02010303040201060303" pitchFamily="2" charset="0"/>
                          <a:ea typeface="Red Hat Display Medium"/>
                          <a:cs typeface="Red Hat Display Medium"/>
                          <a:sym typeface="Red Hat Display Medium"/>
                        </a:rPr>
                        <a:t>SOBRENOME, N., SOBRENOME, N., 2025.</a:t>
                      </a:r>
                    </a:p>
                  </a:txBody>
                  <a:tcPr marL="0" marR="720000" marT="0" marB="540000">
                    <a:lnL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6225961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ts val="4200"/>
                        </a:lnSpc>
                      </a:pPr>
                      <a:r>
                        <a:rPr lang="pt-BR" sz="3000" b="0" i="0" spc="100" dirty="0">
                          <a:solidFill>
                            <a:schemeClr val="tx1"/>
                          </a:solidFill>
                          <a:effectLst/>
                          <a:latin typeface="Red Hat Display ExtraBold" panose="02010303040201060303" pitchFamily="2" charset="0"/>
                        </a:rPr>
                        <a:t>Lorem ipsum dolor sit amet, consectetur adipiscing elit. Maecenas condimentum elit et ipsum finibus, eget sapien. </a:t>
                      </a:r>
                    </a:p>
                    <a:p>
                      <a:pPr>
                        <a:lnSpc>
                          <a:spcPts val="4200"/>
                        </a:lnSpc>
                      </a:pPr>
                      <a:r>
                        <a:rPr lang="en-US" sz="2400" cap="all" spc="200" dirty="0">
                          <a:solidFill>
                            <a:schemeClr val="accent4"/>
                          </a:solidFill>
                          <a:latin typeface="Red Hat Display" panose="02010303040201060303" pitchFamily="2" charset="0"/>
                          <a:ea typeface="Red Hat Display Medium"/>
                          <a:cs typeface="Red Hat Display Medium"/>
                          <a:sym typeface="Red Hat Display Medium"/>
                        </a:rPr>
                        <a:t>SOBRENOME, N., SOBRENOME, N., 2025.</a:t>
                      </a:r>
                      <a:endParaRPr lang="pt-BR" sz="2400" dirty="0"/>
                    </a:p>
                  </a:txBody>
                  <a:tcPr marL="0" marR="720000" marT="0" marB="540000">
                    <a:lnL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034131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ts val="4200"/>
                        </a:lnSpc>
                      </a:pPr>
                      <a:r>
                        <a:rPr lang="pt-BR" sz="3000" b="0" i="0" spc="100" dirty="0">
                          <a:solidFill>
                            <a:schemeClr val="tx1"/>
                          </a:solidFill>
                          <a:effectLst/>
                          <a:latin typeface="Red Hat Display ExtraBold" panose="02010303040201060303" pitchFamily="2" charset="0"/>
                        </a:rPr>
                        <a:t>Lorem ipsum dolor sit amet, consectetur adipiscing elit. Maecenas condimentum elit et ipsum finibus, eget fermentum sapien rutrum. </a:t>
                      </a:r>
                    </a:p>
                    <a:p>
                      <a:pPr>
                        <a:lnSpc>
                          <a:spcPts val="4200"/>
                        </a:lnSpc>
                      </a:pPr>
                      <a:r>
                        <a:rPr lang="en-US" sz="2400" cap="all" spc="200" dirty="0">
                          <a:solidFill>
                            <a:schemeClr val="accent4"/>
                          </a:solidFill>
                          <a:latin typeface="Red Hat Display" panose="02010303040201060303" pitchFamily="2" charset="0"/>
                          <a:ea typeface="Red Hat Display Medium"/>
                          <a:cs typeface="Red Hat Display Medium"/>
                          <a:sym typeface="Red Hat Display Medium"/>
                        </a:rPr>
                        <a:t>SOBRENOME, N., SOBRENOME, N., 2025.</a:t>
                      </a:r>
                      <a:endParaRPr lang="pt-BR" sz="2400" dirty="0"/>
                    </a:p>
                  </a:txBody>
                  <a:tcPr marL="0" marR="720000" marT="0" marB="540000">
                    <a:lnL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94927990"/>
                  </a:ext>
                </a:extLst>
              </a:tr>
            </a:tbl>
          </a:graphicData>
        </a:graphic>
      </p:graphicFrame>
      <p:sp>
        <p:nvSpPr>
          <p:cNvPr id="2" name="Google Shape;24;g337081b69cc_0_7">
            <a:extLst>
              <a:ext uri="{FF2B5EF4-FFF2-40B4-BE49-F238E27FC236}">
                <a16:creationId xmlns:a16="http://schemas.microsoft.com/office/drawing/2014/main" id="{829AE492-829A-29A9-3847-1AE0173B8256}"/>
              </a:ext>
            </a:extLst>
          </p:cNvPr>
          <p:cNvSpPr txBox="1"/>
          <p:nvPr/>
        </p:nvSpPr>
        <p:spPr>
          <a:xfrm>
            <a:off x="1026000" y="1257854"/>
            <a:ext cx="11664000" cy="4701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3000" cap="all" spc="240" dirty="0">
                <a:solidFill>
                  <a:schemeClr val="dk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rPr>
              <a:t>v.0 n.0  |  </a:t>
            </a:r>
            <a:r>
              <a:rPr lang="en-US" sz="3000" cap="all" spc="240" dirty="0" err="1">
                <a:solidFill>
                  <a:schemeClr val="dk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rPr>
              <a:t>cadernos</a:t>
            </a:r>
            <a:r>
              <a:rPr lang="en-US" sz="3000" cap="all" spc="240" dirty="0">
                <a:solidFill>
                  <a:schemeClr val="dk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rPr>
              <a:t> de </a:t>
            </a:r>
            <a:r>
              <a:rPr lang="en-US" sz="3000" cap="all" spc="240" dirty="0" err="1">
                <a:solidFill>
                  <a:schemeClr val="dk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rPr>
              <a:t>linguística</a:t>
            </a:r>
            <a:endParaRPr lang="pt-BR" sz="3000" cap="all" spc="240" dirty="0"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</p:spTree>
    <p:extLst>
      <p:ext uri="{BB962C8B-B14F-4D97-AF65-F5344CB8AC3E}">
        <p14:creationId xmlns:p14="http://schemas.microsoft.com/office/powerpoint/2010/main" val="356551552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23;g337081b69cc_0_7">
            <a:extLst>
              <a:ext uri="{FF2B5EF4-FFF2-40B4-BE49-F238E27FC236}">
                <a16:creationId xmlns:a16="http://schemas.microsoft.com/office/drawing/2014/main" id="{64D5147F-3291-E961-6C84-354F93E98E4B}"/>
              </a:ext>
            </a:extLst>
          </p:cNvPr>
          <p:cNvSpPr txBox="1"/>
          <p:nvPr/>
        </p:nvSpPr>
        <p:spPr>
          <a:xfrm>
            <a:off x="1025525" y="12460413"/>
            <a:ext cx="11664950" cy="18212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32000" rIns="864000" bIns="0" anchor="t" anchorCtr="0">
            <a:spAutoFit/>
          </a:bodyPr>
          <a:lstStyle/>
          <a:p>
            <a:pPr>
              <a:lnSpc>
                <a:spcPts val="5400"/>
              </a:lnSpc>
            </a:pPr>
            <a:r>
              <a:rPr lang="pt-BR" sz="3600" spc="100" dirty="0">
                <a:solidFill>
                  <a:schemeClr val="tx1"/>
                </a:solidFill>
                <a:latin typeface="Red Hat Display" panose="02010303040201060303" pitchFamily="2" charset="0"/>
              </a:rPr>
              <a:t>Breve legenda l</a:t>
            </a:r>
            <a:r>
              <a:rPr lang="pt-BR" sz="3600" b="0" i="0" spc="100" dirty="0">
                <a:solidFill>
                  <a:schemeClr val="tx1"/>
                </a:solidFill>
                <a:effectLst/>
                <a:latin typeface="Red Hat Display" panose="02010303040201060303" pitchFamily="2" charset="0"/>
              </a:rPr>
              <a:t>orem ipsum dolor sit amet, consectetur adipiscing elit. </a:t>
            </a:r>
            <a:endParaRPr lang="pt-BR" sz="6400" i="1" cap="all" spc="400" dirty="0"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0D92AF52-6B2C-9971-5432-57A9A2193F1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8542274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16B9C2-9707-140D-F542-4FD4FA911E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23;g337081b69cc_0_7">
            <a:extLst>
              <a:ext uri="{FF2B5EF4-FFF2-40B4-BE49-F238E27FC236}">
                <a16:creationId xmlns:a16="http://schemas.microsoft.com/office/drawing/2014/main" id="{606547D9-8B29-7284-A757-86CE9A136C3E}"/>
              </a:ext>
            </a:extLst>
          </p:cNvPr>
          <p:cNvSpPr txBox="1"/>
          <p:nvPr/>
        </p:nvSpPr>
        <p:spPr>
          <a:xfrm>
            <a:off x="1025525" y="12460413"/>
            <a:ext cx="11664950" cy="18212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32000" rIns="864000" bIns="0" anchor="t" anchorCtr="0">
            <a:spAutoFit/>
          </a:bodyPr>
          <a:lstStyle/>
          <a:p>
            <a:pPr>
              <a:lnSpc>
                <a:spcPts val="5400"/>
              </a:lnSpc>
            </a:pPr>
            <a:r>
              <a:rPr lang="pt-BR" sz="3600" spc="100" dirty="0">
                <a:solidFill>
                  <a:schemeClr val="tx1"/>
                </a:solidFill>
                <a:latin typeface="Red Hat Display" panose="02010303040201060303" pitchFamily="2" charset="0"/>
              </a:rPr>
              <a:t>Breve legenda l</a:t>
            </a:r>
            <a:r>
              <a:rPr lang="pt-BR" sz="3600" b="0" i="0" spc="100" dirty="0">
                <a:solidFill>
                  <a:schemeClr val="tx1"/>
                </a:solidFill>
                <a:effectLst/>
                <a:latin typeface="Red Hat Display" panose="02010303040201060303" pitchFamily="2" charset="0"/>
              </a:rPr>
              <a:t>orem ipsum dolor sit amet, consectetur adipiscing elit. </a:t>
            </a:r>
            <a:endParaRPr lang="pt-BR" sz="6400" i="1" cap="all" spc="400" dirty="0"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2" name="Espaço Reservado para Imagem 1">
            <a:extLst>
              <a:ext uri="{FF2B5EF4-FFF2-40B4-BE49-F238E27FC236}">
                <a16:creationId xmlns:a16="http://schemas.microsoft.com/office/drawing/2014/main" id="{4956E6C6-252C-B1EE-EA47-80584D2F0D8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6569666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22">
          <a:extLst>
            <a:ext uri="{FF2B5EF4-FFF2-40B4-BE49-F238E27FC236}">
              <a16:creationId xmlns:a16="http://schemas.microsoft.com/office/drawing/2014/main" id="{41515179-BD67-C562-A45C-BBE9BA4A11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23;g337081b69cc_0_7">
            <a:extLst>
              <a:ext uri="{FF2B5EF4-FFF2-40B4-BE49-F238E27FC236}">
                <a16:creationId xmlns:a16="http://schemas.microsoft.com/office/drawing/2014/main" id="{3ADD84F3-DC93-89A4-F3B8-9447FDC02899}"/>
              </a:ext>
            </a:extLst>
          </p:cNvPr>
          <p:cNvSpPr txBox="1"/>
          <p:nvPr/>
        </p:nvSpPr>
        <p:spPr>
          <a:xfrm>
            <a:off x="1026000" y="7616825"/>
            <a:ext cx="11664000" cy="61943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48000" rIns="864000" bIns="0" anchor="t" anchorCtr="0">
            <a:spAutoFit/>
          </a:bodyPr>
          <a:lstStyle/>
          <a:p>
            <a:pPr>
              <a:lnSpc>
                <a:spcPts val="5400"/>
              </a:lnSpc>
            </a:pPr>
            <a:r>
              <a:rPr lang="en-US" sz="3600" cap="all" spc="240" dirty="0" err="1">
                <a:solidFill>
                  <a:schemeClr val="tx1"/>
                </a:solidFill>
                <a:latin typeface="Red Hat Display ExtraBold" panose="02010303040201060303" pitchFamily="2" charset="0"/>
                <a:ea typeface="Red Hat Display ExtraBold"/>
                <a:cs typeface="Red Hat Display ExtraBold"/>
                <a:sym typeface="Red Hat Display Medium"/>
              </a:rPr>
              <a:t>subtítulo</a:t>
            </a:r>
            <a:r>
              <a:rPr lang="en-US" sz="3600" cap="all" spc="240" dirty="0">
                <a:solidFill>
                  <a:schemeClr val="tx1"/>
                </a:solidFill>
                <a:latin typeface="Red Hat Display ExtraBold" panose="02010303040201060303" pitchFamily="2" charset="0"/>
                <a:ea typeface="Red Hat Display ExtraBold"/>
                <a:cs typeface="Red Hat Display ExtraBold"/>
                <a:sym typeface="Red Hat Display Medium"/>
              </a:rPr>
              <a:t> </a:t>
            </a:r>
            <a:r>
              <a:rPr lang="en-US" sz="3600" cap="all" spc="240" dirty="0" err="1">
                <a:solidFill>
                  <a:schemeClr val="tx1"/>
                </a:solidFill>
                <a:latin typeface="Red Hat Display ExtraBold" panose="02010303040201060303" pitchFamily="2" charset="0"/>
                <a:ea typeface="Red Hat Display ExtraBold"/>
                <a:cs typeface="Red Hat Display ExtraBold"/>
                <a:sym typeface="Red Hat Display Medium"/>
              </a:rPr>
              <a:t>opcional</a:t>
            </a:r>
            <a:endParaRPr lang="en-US" sz="3600" cap="all" spc="240" dirty="0">
              <a:solidFill>
                <a:schemeClr val="tx1"/>
              </a:solidFill>
              <a:highlight>
                <a:schemeClr val="lt2"/>
              </a:highlight>
              <a:latin typeface="Red Hat Display ExtraBold" panose="02010303040201060303" pitchFamily="2" charset="0"/>
              <a:ea typeface="Red Hat Display ExtraBold"/>
              <a:cs typeface="Red Hat Display ExtraBold"/>
              <a:sym typeface="Red Hat Display Medium"/>
            </a:endParaRPr>
          </a:p>
          <a:p>
            <a:pPr>
              <a:lnSpc>
                <a:spcPts val="5400"/>
              </a:lnSpc>
            </a:pPr>
            <a:endParaRPr lang="pt-BR" sz="3600" spc="100" dirty="0">
              <a:solidFill>
                <a:schemeClr val="tx1"/>
              </a:solidFill>
              <a:latin typeface="Red Hat Display" panose="02010303040201060303" pitchFamily="2" charset="0"/>
            </a:endParaRPr>
          </a:p>
          <a:p>
            <a:pPr>
              <a:lnSpc>
                <a:spcPts val="5400"/>
              </a:lnSpc>
            </a:pPr>
            <a:r>
              <a:rPr lang="pt-BR" sz="3600" spc="100" dirty="0">
                <a:solidFill>
                  <a:schemeClr val="tx1"/>
                </a:solidFill>
                <a:latin typeface="Red Hat Display" panose="02010303040201060303" pitchFamily="2" charset="0"/>
              </a:rPr>
              <a:t>Massa de texto </a:t>
            </a:r>
            <a:r>
              <a:rPr lang="pt-BR" sz="3600" spc="100" dirty="0" err="1">
                <a:solidFill>
                  <a:schemeClr val="tx1"/>
                </a:solidFill>
                <a:latin typeface="Red Hat Display" panose="02010303040201060303" pitchFamily="2" charset="0"/>
              </a:rPr>
              <a:t>lorem</a:t>
            </a:r>
            <a:r>
              <a:rPr lang="pt-BR" sz="3600" spc="100" dirty="0">
                <a:solidFill>
                  <a:schemeClr val="tx1"/>
                </a:solidFill>
                <a:latin typeface="Red Hat Display" panose="02010303040201060303" pitchFamily="2" charset="0"/>
              </a:rPr>
              <a:t> </a:t>
            </a:r>
            <a:r>
              <a:rPr lang="pt-BR" sz="3600" b="0" i="0" spc="100" dirty="0">
                <a:solidFill>
                  <a:schemeClr val="tx1"/>
                </a:solidFill>
                <a:effectLst/>
                <a:latin typeface="Red Hat Display" panose="02010303040201060303" pitchFamily="2" charset="0"/>
              </a:rPr>
              <a:t>ipsum dolor sit amet, consectetur adipiscing elit. Maecenas elit et ipsum finibus, eget fermentum sapien rutrum. Maecenas metus massa, pulvinar in malesuada eu, aliquet nec elit. </a:t>
            </a:r>
            <a:r>
              <a:rPr lang="pt-BR" sz="3600" spc="100" dirty="0">
                <a:solidFill>
                  <a:schemeClr val="tx1"/>
                </a:solidFill>
                <a:latin typeface="Red Hat Display" panose="02010303040201060303" pitchFamily="2" charset="0"/>
              </a:rPr>
              <a:t>Parecer l</a:t>
            </a:r>
            <a:r>
              <a:rPr lang="pt-BR" sz="3600" b="0" i="0" spc="100" dirty="0">
                <a:solidFill>
                  <a:schemeClr val="tx1"/>
                </a:solidFill>
                <a:effectLst/>
                <a:latin typeface="Red Hat Display" panose="02010303040201060303" pitchFamily="2" charset="0"/>
              </a:rPr>
              <a:t>orem ipsum dolor sit amet, consectetur adipiscing elit. </a:t>
            </a:r>
            <a:endParaRPr lang="pt-BR" sz="6400" i="1" cap="all" spc="400" dirty="0"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4" name="Google Shape;24;g337081b69cc_0_7">
            <a:extLst>
              <a:ext uri="{FF2B5EF4-FFF2-40B4-BE49-F238E27FC236}">
                <a16:creationId xmlns:a16="http://schemas.microsoft.com/office/drawing/2014/main" id="{7DB1282C-6369-95C9-AB07-5EB2C25C8458}"/>
              </a:ext>
            </a:extLst>
          </p:cNvPr>
          <p:cNvSpPr txBox="1"/>
          <p:nvPr/>
        </p:nvSpPr>
        <p:spPr>
          <a:xfrm>
            <a:off x="1026000" y="1257854"/>
            <a:ext cx="11664000" cy="4701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3000" cap="all" spc="240" dirty="0">
                <a:solidFill>
                  <a:schemeClr val="dk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rPr>
              <a:t>Editoria</a:t>
            </a:r>
            <a:endParaRPr lang="pt-BR" sz="3000" cap="all" spc="240" dirty="0"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6" name="Espaço Reservado para Imagem 5">
            <a:extLst>
              <a:ext uri="{FF2B5EF4-FFF2-40B4-BE49-F238E27FC236}">
                <a16:creationId xmlns:a16="http://schemas.microsoft.com/office/drawing/2014/main" id="{12A694BA-0B20-EF0E-0D5F-A8C6A5F8C6B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2248578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">
          <a:extLst>
            <a:ext uri="{FF2B5EF4-FFF2-40B4-BE49-F238E27FC236}">
              <a16:creationId xmlns:a16="http://schemas.microsoft.com/office/drawing/2014/main" id="{18588841-7142-BC75-4FB6-0A330ABB22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23;g337081b69cc_0_7">
            <a:extLst>
              <a:ext uri="{FF2B5EF4-FFF2-40B4-BE49-F238E27FC236}">
                <a16:creationId xmlns:a16="http://schemas.microsoft.com/office/drawing/2014/main" id="{CE7550FB-D016-E55A-4354-B8D63B2986B2}"/>
              </a:ext>
            </a:extLst>
          </p:cNvPr>
          <p:cNvSpPr txBox="1"/>
          <p:nvPr/>
        </p:nvSpPr>
        <p:spPr>
          <a:xfrm>
            <a:off x="1026000" y="7616825"/>
            <a:ext cx="11664000" cy="61943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48000" rIns="864000" bIns="0" anchor="t" anchorCtr="0">
            <a:spAutoFit/>
          </a:bodyPr>
          <a:lstStyle/>
          <a:p>
            <a:pPr>
              <a:lnSpc>
                <a:spcPts val="5400"/>
              </a:lnSpc>
            </a:pPr>
            <a:r>
              <a:rPr lang="en-US" sz="3600" cap="all" spc="240" dirty="0" err="1">
                <a:solidFill>
                  <a:schemeClr val="tx1"/>
                </a:solidFill>
                <a:latin typeface="Red Hat Display ExtraBold" panose="02010303040201060303" pitchFamily="2" charset="0"/>
                <a:ea typeface="Red Hat Display ExtraBold"/>
                <a:cs typeface="Red Hat Display ExtraBold"/>
                <a:sym typeface="Red Hat Display Medium"/>
              </a:rPr>
              <a:t>subtítulo</a:t>
            </a:r>
            <a:r>
              <a:rPr lang="en-US" sz="3600" cap="all" spc="240" dirty="0">
                <a:solidFill>
                  <a:schemeClr val="tx1"/>
                </a:solidFill>
                <a:latin typeface="Red Hat Display ExtraBold" panose="02010303040201060303" pitchFamily="2" charset="0"/>
                <a:ea typeface="Red Hat Display ExtraBold"/>
                <a:cs typeface="Red Hat Display ExtraBold"/>
                <a:sym typeface="Red Hat Display Medium"/>
              </a:rPr>
              <a:t> </a:t>
            </a:r>
            <a:r>
              <a:rPr lang="en-US" sz="3600" cap="all" spc="240" dirty="0" err="1">
                <a:solidFill>
                  <a:schemeClr val="tx1"/>
                </a:solidFill>
                <a:latin typeface="Red Hat Display ExtraBold" panose="02010303040201060303" pitchFamily="2" charset="0"/>
                <a:ea typeface="Red Hat Display ExtraBold"/>
                <a:cs typeface="Red Hat Display ExtraBold"/>
                <a:sym typeface="Red Hat Display Medium"/>
              </a:rPr>
              <a:t>opcional</a:t>
            </a:r>
            <a:endParaRPr lang="en-US" sz="3600" cap="all" spc="240" dirty="0">
              <a:solidFill>
                <a:schemeClr val="tx1"/>
              </a:solidFill>
              <a:highlight>
                <a:schemeClr val="lt2"/>
              </a:highlight>
              <a:latin typeface="Red Hat Display ExtraBold" panose="02010303040201060303" pitchFamily="2" charset="0"/>
              <a:ea typeface="Red Hat Display ExtraBold"/>
              <a:cs typeface="Red Hat Display ExtraBold"/>
              <a:sym typeface="Red Hat Display Medium"/>
            </a:endParaRPr>
          </a:p>
          <a:p>
            <a:pPr>
              <a:lnSpc>
                <a:spcPts val="5400"/>
              </a:lnSpc>
            </a:pPr>
            <a:endParaRPr lang="pt-BR" sz="3600" spc="100" dirty="0">
              <a:solidFill>
                <a:schemeClr val="tx1"/>
              </a:solidFill>
              <a:latin typeface="Red Hat Display" panose="02010303040201060303" pitchFamily="2" charset="0"/>
            </a:endParaRPr>
          </a:p>
          <a:p>
            <a:pPr>
              <a:lnSpc>
                <a:spcPts val="5400"/>
              </a:lnSpc>
            </a:pPr>
            <a:r>
              <a:rPr lang="pt-BR" sz="3600" spc="100" dirty="0">
                <a:solidFill>
                  <a:schemeClr val="tx1"/>
                </a:solidFill>
                <a:latin typeface="Red Hat Display" panose="02010303040201060303" pitchFamily="2" charset="0"/>
              </a:rPr>
              <a:t>Massa de texto </a:t>
            </a:r>
            <a:r>
              <a:rPr lang="pt-BR" sz="3600" spc="100" dirty="0" err="1">
                <a:solidFill>
                  <a:schemeClr val="tx1"/>
                </a:solidFill>
                <a:latin typeface="Red Hat Display" panose="02010303040201060303" pitchFamily="2" charset="0"/>
              </a:rPr>
              <a:t>lorem</a:t>
            </a:r>
            <a:r>
              <a:rPr lang="pt-BR" sz="3600" spc="100" dirty="0">
                <a:solidFill>
                  <a:schemeClr val="tx1"/>
                </a:solidFill>
                <a:latin typeface="Red Hat Display" panose="02010303040201060303" pitchFamily="2" charset="0"/>
              </a:rPr>
              <a:t> </a:t>
            </a:r>
            <a:r>
              <a:rPr lang="pt-BR" sz="3600" b="0" i="0" spc="100" dirty="0">
                <a:solidFill>
                  <a:schemeClr val="tx1"/>
                </a:solidFill>
                <a:effectLst/>
                <a:latin typeface="Red Hat Display" panose="02010303040201060303" pitchFamily="2" charset="0"/>
              </a:rPr>
              <a:t>ipsum dolor sit amet, consectetur adipiscing elit. Maecenas elit et ipsum finibus, eget fermentum sapien rutrum. Maecenas metus massa, pulvinar in malesuada eu, aliquet nec elit. </a:t>
            </a:r>
            <a:r>
              <a:rPr lang="pt-BR" sz="3600" spc="100" dirty="0">
                <a:solidFill>
                  <a:schemeClr val="tx1"/>
                </a:solidFill>
                <a:latin typeface="Red Hat Display" panose="02010303040201060303" pitchFamily="2" charset="0"/>
              </a:rPr>
              <a:t>Parecer l</a:t>
            </a:r>
            <a:r>
              <a:rPr lang="pt-BR" sz="3600" b="0" i="0" spc="100" dirty="0">
                <a:solidFill>
                  <a:schemeClr val="tx1"/>
                </a:solidFill>
                <a:effectLst/>
                <a:latin typeface="Red Hat Display" panose="02010303040201060303" pitchFamily="2" charset="0"/>
              </a:rPr>
              <a:t>orem ipsum dolor sit amet, consectetur adipiscing elit. </a:t>
            </a:r>
            <a:endParaRPr lang="pt-BR" sz="6400" i="1" cap="all" spc="400" dirty="0"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4" name="Google Shape;24;g337081b69cc_0_7">
            <a:extLst>
              <a:ext uri="{FF2B5EF4-FFF2-40B4-BE49-F238E27FC236}">
                <a16:creationId xmlns:a16="http://schemas.microsoft.com/office/drawing/2014/main" id="{572BB80D-E2CB-AD2D-D0BC-263F92AAB3C4}"/>
              </a:ext>
            </a:extLst>
          </p:cNvPr>
          <p:cNvSpPr txBox="1"/>
          <p:nvPr/>
        </p:nvSpPr>
        <p:spPr>
          <a:xfrm>
            <a:off x="1026000" y="1257854"/>
            <a:ext cx="11664000" cy="4701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3000" cap="all" spc="240" dirty="0">
                <a:solidFill>
                  <a:schemeClr val="dk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rPr>
              <a:t>Editoria</a:t>
            </a:r>
            <a:endParaRPr lang="pt-BR" sz="3000" cap="all" spc="240" dirty="0"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6" name="Espaço Reservado para Imagem 5">
            <a:extLst>
              <a:ext uri="{FF2B5EF4-FFF2-40B4-BE49-F238E27FC236}">
                <a16:creationId xmlns:a16="http://schemas.microsoft.com/office/drawing/2014/main" id="{C43D695C-33D2-1201-0556-49BBA2F3B01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33465007"/>
      </p:ext>
    </p:extLst>
  </p:cSld>
  <p:clrMapOvr>
    <a:masterClrMapping/>
  </p:clrMapOvr>
</p:sld>
</file>

<file path=ppt/theme/theme1.xml><?xml version="1.0" encoding="utf-8"?>
<a:theme xmlns:a="http://schemas.openxmlformats.org/drawingml/2006/main" name="Base">
  <a:themeElements>
    <a:clrScheme name="CadLin 1">
      <a:dk1>
        <a:srgbClr val="514B40"/>
      </a:dk1>
      <a:lt1>
        <a:srgbClr val="FAF6F3"/>
      </a:lt1>
      <a:dk2>
        <a:srgbClr val="A3FFFF"/>
      </a:dk2>
      <a:lt2>
        <a:srgbClr val="AEFFDA"/>
      </a:lt2>
      <a:accent1>
        <a:srgbClr val="F5CFFF"/>
      </a:accent1>
      <a:accent2>
        <a:srgbClr val="FFF3BC"/>
      </a:accent2>
      <a:accent3>
        <a:srgbClr val="FFD8D9"/>
      </a:accent3>
      <a:accent4>
        <a:srgbClr val="96928B"/>
      </a:accent4>
      <a:accent5>
        <a:srgbClr val="514B40"/>
      </a:accent5>
      <a:accent6>
        <a:srgbClr val="514B40"/>
      </a:accent6>
      <a:hlink>
        <a:srgbClr val="514B40"/>
      </a:hlink>
      <a:folHlink>
        <a:srgbClr val="514B4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783</TotalTime>
  <Words>1597</Words>
  <Application>Microsoft Macintosh PowerPoint</Application>
  <PresentationFormat>Personalizar</PresentationFormat>
  <Paragraphs>199</Paragraphs>
  <Slides>35</Slides>
  <Notes>30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35</vt:i4>
      </vt:variant>
    </vt:vector>
  </HeadingPairs>
  <TitlesOfParts>
    <vt:vector size="41" baseType="lpstr">
      <vt:lpstr>Red Hat Display Medium</vt:lpstr>
      <vt:lpstr>Red Hat Display Light</vt:lpstr>
      <vt:lpstr>Red Hat Display ExtraBold</vt:lpstr>
      <vt:lpstr>Red Hat Display</vt:lpstr>
      <vt:lpstr>Arial</vt:lpstr>
      <vt:lpstr>Base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Valquiria Rabelo</dc:creator>
  <cp:lastModifiedBy>Valquiria Rabelo</cp:lastModifiedBy>
  <cp:revision>53</cp:revision>
  <dcterms:created xsi:type="dcterms:W3CDTF">2025-02-08T04:20:02Z</dcterms:created>
  <dcterms:modified xsi:type="dcterms:W3CDTF">2025-03-19T23:10:33Z</dcterms:modified>
</cp:coreProperties>
</file>