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312" r:id="rId2"/>
    <p:sldId id="320" r:id="rId3"/>
    <p:sldId id="262" r:id="rId4"/>
    <p:sldId id="321" r:id="rId5"/>
    <p:sldId id="263" r:id="rId6"/>
    <p:sldId id="322" r:id="rId7"/>
    <p:sldId id="287" r:id="rId8"/>
    <p:sldId id="313" r:id="rId9"/>
    <p:sldId id="265" r:id="rId10"/>
    <p:sldId id="267" r:id="rId11"/>
    <p:sldId id="314" r:id="rId12"/>
    <p:sldId id="278" r:id="rId13"/>
    <p:sldId id="315" r:id="rId14"/>
    <p:sldId id="292" r:id="rId15"/>
    <p:sldId id="316" r:id="rId16"/>
    <p:sldId id="293" r:id="rId17"/>
    <p:sldId id="294" r:id="rId18"/>
    <p:sldId id="317" r:id="rId19"/>
    <p:sldId id="295" r:id="rId20"/>
    <p:sldId id="318" r:id="rId21"/>
    <p:sldId id="296" r:id="rId22"/>
    <p:sldId id="297" r:id="rId23"/>
    <p:sldId id="298" r:id="rId24"/>
    <p:sldId id="300" r:id="rId25"/>
    <p:sldId id="323" r:id="rId26"/>
    <p:sldId id="307" r:id="rId27"/>
    <p:sldId id="319" r:id="rId28"/>
    <p:sldId id="309" r:id="rId29"/>
    <p:sldId id="301" r:id="rId30"/>
    <p:sldId id="302" r:id="rId31"/>
    <p:sldId id="324" r:id="rId32"/>
    <p:sldId id="308" r:id="rId33"/>
    <p:sldId id="326" r:id="rId34"/>
    <p:sldId id="303" r:id="rId35"/>
    <p:sldId id="325" r:id="rId36"/>
  </p:sldIdLst>
  <p:sldSz cx="13716000" cy="17146588"/>
  <p:notesSz cx="6858000" cy="9144000"/>
  <p:embeddedFontLst>
    <p:embeddedFont>
      <p:font typeface="Red Hat Display" panose="02010303040201060303" pitchFamily="2" charset="0"/>
      <p:regular r:id="rId38"/>
      <p:bold r:id="rId39"/>
      <p:italic r:id="rId40"/>
      <p:boldItalic r:id="rId41"/>
    </p:embeddedFont>
    <p:embeddedFont>
      <p:font typeface="Red Hat Display ExtraBold" panose="02010303040201060303" pitchFamily="2" charset="0"/>
      <p:bold r:id="rId42"/>
      <p:italic r:id="rId43"/>
      <p:boldItalic r:id="rId44"/>
    </p:embeddedFont>
    <p:embeddedFont>
      <p:font typeface="Red Hat Display Light" panose="02010303040201060303" pitchFamily="2" charset="0"/>
      <p:regular r:id="rId45"/>
      <p:bold r:id="rId46"/>
      <p:italic r:id="rId47"/>
      <p:boldItalic r:id="rId48"/>
    </p:embeddedFont>
    <p:embeddedFont>
      <p:font typeface="Red Hat Display Medium" panose="02010303040201060303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trkdmo5eKoPIVeamUaF/IbMN8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9"/>
    <p:restoredTop sz="96654"/>
  </p:normalViewPr>
  <p:slideViewPr>
    <p:cSldViewPr snapToGrid="0" showGuides="1">
      <p:cViewPr varScale="1">
        <p:scale>
          <a:sx n="51" d="100"/>
          <a:sy n="51" d="100"/>
        </p:scale>
        <p:origin x="35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E069E89-AAEF-8AA5-33F8-8EBD21DE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1E7B143-5313-FB76-7BD4-02FCA6E84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47B0C7A-27E2-6F43-52DE-65FC6B717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137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170F38F-3D51-29A4-94E7-BBE8C9ED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BBD8EDAB-524A-D864-2580-D3EEE587B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EDAFAEA9-5946-E1C6-312B-0B0609C68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96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1E4FDE8-69F9-0B67-D70C-A31830B6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5ECD7538-8895-D43B-7A1C-3AD592F98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9D991BA-FDA3-4BEB-9952-DA6D7B596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1919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D504B89-6791-24F9-3127-260798D6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20B7DE2-23AD-B60E-073B-CE30D7222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CEAA9B6-7634-41AB-5EAF-5C8D2DAAA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40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F4EFEC9-ED6B-84D1-9822-174EB1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05E5C98E-CCAD-32CA-22AF-BBE0A92B0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CD4E263-D157-D102-4F16-C7E942781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8658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2D1A46F-799B-E301-3462-620662F9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26C46A5-24D5-791C-035D-DD1D0725DC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312ABB7D-995E-C8EE-8739-595775B31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5627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26BF3FF-B0E4-0C95-EBD4-6643B232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15DEA279-BAFC-FA71-EC3F-13BCF9616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61EF190-83A2-B696-E136-139740AED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4974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305ED94-831C-D5CA-4E66-EEBC6824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869ECC9-E40F-94B8-91F3-CB9F1C24C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43300C08-844D-7561-6DBE-DE9469C49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8006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1650FD3-B4D2-6FCF-BF3C-8BFEFD54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D4DBA5D-4973-9B7D-9E8A-ABEF2C37C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EDDE46A-5D0E-F21B-5F2F-B2E0F85A8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1536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00AFAA6-01AE-B40C-3636-A2DE7D9B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CB99FDDF-CAE7-138B-8655-5F93BBC65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C4B49480-C0E1-D379-8ECE-D0DBBF542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7215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BCE4AF9-E658-2CD3-2DB9-1CBF9357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71630A8-42EA-0986-84D5-F293350A5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DDAC19F5-4DC7-00BA-88A0-4A96E468F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3173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3C4E2DE4-66FF-0AB6-E818-A725D431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08265D92-4426-8E59-3D42-BD41C9F6C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6F6B466-E7EF-38D1-9D50-D6EFE9920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4422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D69DA40-3208-3E18-74AB-10F5DF3A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AE80D7C-317C-08B0-ECB4-E497DE02D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AC79FE57-CF2D-1629-9610-11CA9B83A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1912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04C5DD5-E9D4-ABED-720A-6D54B45A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6B278E-9161-5570-1C9A-802FFF727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0AD46B44-CFCB-B8DA-6E1E-0458630CC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093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636B75E-1A96-B3C9-CFCC-B7E767BB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A9FBA55-EE7A-6BC5-F29E-7E4A13233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EC3B57F9-FF58-8D47-8C9B-F6E397D3A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249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EFCD0DAD-82FC-ACAE-FDD8-B6E1DE17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678AE84-043D-5244-BBDE-54F09BF78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7B41390-387F-8C61-AAF5-1303B08F18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2459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30CDD439-0A7A-0108-1CC3-D7E07C6F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DE62956E-1110-B092-2F7F-770A5C2CA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09827599-3F06-3816-ADB5-B5373181C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0350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63FB79C-DAE0-CDD2-6190-7E26DBA4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5D10B787-7190-4219-B723-DF210CD34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DE73312-08CF-95ED-6F39-D125FDCC9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6201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A1566F4-2D6F-BDDC-EEFA-F6D6787B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2BDD70E5-48C4-3460-0797-403D6AD37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1AAF0E7-265C-8543-AC37-9393C8676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5723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E7A68D6-5BCA-DE36-79D5-E2BDEC21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825B629-5214-0A11-0D99-3AC23DF88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6804897-42D9-2599-7B6F-FF4D7D9AA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2739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E7039D7-1E64-B2C7-E621-EFDDCD45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196DB0E-E639-AD43-77DC-FE3FCF5C6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1A77588-F702-39A5-69C6-558A900CA9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2124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E61D2157-E664-CD2A-7D8A-DA99AE5B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C2CD552D-5382-91AE-02A1-F287DD1A0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D62262BB-7F12-CA40-D47F-A1BDE3D4F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44487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1D94175C-2391-1156-140F-3003633A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6E6525F-F437-0D18-2E30-ABCEF0405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F32C9BD-FA4F-4B4F-BCFE-94175872A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935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AA08D41-36C4-1692-FB77-F8461674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F6F6277F-D149-7265-C967-AF28ABB76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B597B3F-E0CE-6F1D-35BB-BE58E7C27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56624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36BF977-8D8B-6A3C-2D4A-6C376F59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D06FCDD2-B0D4-48FF-F826-294EB2659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35EFCDDF-63F5-37B0-F1C4-3240F55F8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33085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6C04DCA-AD65-D7A8-976C-8778F24B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A618600-E62F-B302-68F0-1EEA6743B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895010B2-0E04-CD54-6467-8633A0888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7824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234F376-4F57-C88A-A112-1EED6D41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FB4C45E-E131-0C81-3CC6-C785C4486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7B675079-0689-E595-30D2-286551575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74818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563C48B-BED2-BD20-BF2A-5B7FFD14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174DF6-25F7-92A8-CDF4-8969A5D8F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59C59D3-7433-1922-A935-FF11C7120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80713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3FC9CBE-43B4-2F15-BE56-411A3B96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4A50EC0-EF02-78B4-C606-BC189C951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4D15F35E-10A4-B1C2-4054-945097F58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09116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ECCF5EB-0D17-C260-FB96-1C7F248E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BEFE37A6-C739-DFA1-AD0B-B7D59E6F6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42843AB-52AD-FDD8-7FA5-CDA61E548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102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Neutro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>
  <p:cSld name="Azul">
    <p:bg>
      <p:bgPr>
        <a:solidFill>
          <a:schemeClr val="bg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91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Minibio">
    <p:bg>
      <p:bgPr>
        <a:solidFill>
          <a:schemeClr val="bg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5">
            <a:extLst>
              <a:ext uri="{FF2B5EF4-FFF2-40B4-BE49-F238E27FC236}">
                <a16:creationId xmlns:a16="http://schemas.microsoft.com/office/drawing/2014/main" id="{4B1852DD-2EA4-AA60-5BF2-E4389BB144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0109" y="3053324"/>
            <a:ext cx="2017588" cy="2015999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862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Imagem_P">
    <p:bg>
      <p:bgPr>
        <a:solidFill>
          <a:schemeClr val="bg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4">
            <a:extLst>
              <a:ext uri="{FF2B5EF4-FFF2-40B4-BE49-F238E27FC236}">
                <a16:creationId xmlns:a16="http://schemas.microsoft.com/office/drawing/2014/main" id="{405B482B-80A8-46A6-9FC6-5E9EBE1E6A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3657600"/>
            <a:ext cx="5219700" cy="39592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46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Imagem_G">
    <p:bg>
      <p:bgPr>
        <a:solidFill>
          <a:schemeClr val="bg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D0B12C-E1C7-4804-B6FE-E88E3B77C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3716000" cy="14838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8774D5-0052-D733-4365-F0F938FF9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1012825"/>
            <a:ext cx="11664000" cy="11447588"/>
          </a:xfrm>
          <a:prstGeom prst="roundRect">
            <a:avLst>
              <a:gd name="adj" fmla="val 1637"/>
            </a:avLst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9294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D0B12C-E1C7-4804-B6FE-E88E3B77C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3716000" cy="14838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8774D5-0052-D733-4365-F0F938FF9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1012825"/>
            <a:ext cx="11664000" cy="11447588"/>
          </a:xfrm>
          <a:prstGeom prst="roundRect">
            <a:avLst>
              <a:gd name="adj" fmla="val 1637"/>
            </a:avLst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02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i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2599743-485E-4B00-A084-528C3CE669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004800"/>
            <a:ext cx="13716000" cy="41417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47E0264-808A-88C0-AE03-93D5A3F40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00"/>
            <a:ext cx="4394200" cy="47005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1D5A9C9-AB43-C219-5419-450740BBED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000" y="1067033"/>
            <a:ext cx="12870000" cy="1607955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A7F61E0-4C6F-D7FD-A221-1124AEB318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716000" cy="35321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C3066F8E-7184-F851-8C00-966F0C7D470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528" y="1358363"/>
            <a:ext cx="4957200" cy="127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7;p4">
            <a:extLst>
              <a:ext uri="{FF2B5EF4-FFF2-40B4-BE49-F238E27FC236}">
                <a16:creationId xmlns:a16="http://schemas.microsoft.com/office/drawing/2014/main" id="{96C146FA-258E-053D-D5D8-985CD6CE74FC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1026000" y="15341617"/>
            <a:ext cx="936625" cy="936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8;p4">
            <a:extLst>
              <a:ext uri="{FF2B5EF4-FFF2-40B4-BE49-F238E27FC236}">
                <a16:creationId xmlns:a16="http://schemas.microsoft.com/office/drawing/2014/main" id="{B73710FE-20F1-A601-2B13-317F7DC9F1E3}"/>
              </a:ext>
            </a:extLst>
          </p:cNvPr>
          <p:cNvCxnSpPr>
            <a:cxnSpLocks/>
          </p:cNvCxnSpPr>
          <p:nvPr userDrawn="1"/>
        </p:nvCxnSpPr>
        <p:spPr>
          <a:xfrm>
            <a:off x="1026000" y="1026000"/>
            <a:ext cx="11664475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9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8" userDrawn="1">
          <p15:clr>
            <a:srgbClr val="F26B43"/>
          </p15:clr>
        </p15:guide>
        <p15:guide id="3" pos="7994" userDrawn="1">
          <p15:clr>
            <a:srgbClr val="F26B43"/>
          </p15:clr>
        </p15:guide>
        <p15:guide id="4" orient="horz" pos="10254" userDrawn="1">
          <p15:clr>
            <a:srgbClr val="F26B43"/>
          </p15:clr>
        </p15:guide>
        <p15:guide id="5" orient="horz" pos="842" userDrawn="1">
          <p15:clr>
            <a:srgbClr val="F26B43"/>
          </p15:clr>
        </p15:guide>
        <p15:guide id="6" orient="horz" pos="9664" userDrawn="1">
          <p15:clr>
            <a:srgbClr val="F26B43"/>
          </p15:clr>
        </p15:guide>
        <p15:guide id="7" orient="horz" pos="2304" userDrawn="1">
          <p15:clr>
            <a:srgbClr val="F26B43"/>
          </p15:clr>
        </p15:guide>
        <p15:guide id="11" orient="horz" pos="2792" userDrawn="1">
          <p15:clr>
            <a:srgbClr val="F26B43"/>
          </p15:clr>
        </p15:guide>
        <p15:guide id="12" orient="horz" pos="9256" userDrawn="1">
          <p15:clr>
            <a:srgbClr val="F26B43"/>
          </p15:clr>
        </p15:guide>
        <p15:guide id="13" orient="horz" pos="8621" userDrawn="1">
          <p15:clr>
            <a:srgbClr val="F26B43"/>
          </p15:clr>
        </p15:guide>
        <p15:guide id="16" pos="6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9789CF7-25B1-77DE-C33A-4020B14B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EDACC6AA-B4DE-DC74-827D-703491CFB674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5F9560A5-B149-B3CA-B53B-A77C0014ADC0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7769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2527B595-66DA-1FB8-5EE7-07D50ABF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428639FD-223E-B05C-EC16-4892F4927E30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24;g337081b69cc_0_7">
            <a:extLst>
              <a:ext uri="{FF2B5EF4-FFF2-40B4-BE49-F238E27FC236}">
                <a16:creationId xmlns:a16="http://schemas.microsoft.com/office/drawing/2014/main" id="{E2F1E9ED-F3FF-BE0F-B32F-66C2C92BAF69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D74AEAE2-20DE-7895-A057-4FB77B1870C6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8845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F67E50C-2834-6DDC-19B1-F11DBF70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3A8CD0CB-C098-A30F-2F72-BF7D4D3F9249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25F7D6AE-90D5-18C2-4E57-E0E19C0DC65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3467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8FB64FB3-D034-2A51-DECD-CCBA334D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180174C0-EDFD-6D3B-A4AA-A941DDE4DD2F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54616A49-D23F-FE89-EF8C-FC2D1276D0E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" name="Google Shape;24;g337081b69cc_0_7">
            <a:extLst>
              <a:ext uri="{FF2B5EF4-FFF2-40B4-BE49-F238E27FC236}">
                <a16:creationId xmlns:a16="http://schemas.microsoft.com/office/drawing/2014/main" id="{6CAF280E-D1F3-7A00-0203-7CFD5CCC6368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574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549118B-97C9-CCC8-FDF4-D6999204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ED3DA9F-3093-730F-5607-E16B1D12E0A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0B508716-796C-EE87-EA20-B20C1532B82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227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A790AA9A-90BC-84E0-3554-EE44DBEB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9BF509AA-B22F-22B2-1C23-196FF114199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19641F93-67D9-812C-018B-88E1EBFD87DE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A7793FD4-9DDE-88E3-F3DE-174CAD5E1F6E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98086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570966D1-B4A1-02FD-EC00-9C8CEE9B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A634EAF-DC36-E4D4-BAD2-24CAA6B5DA6C}"/>
              </a:ext>
            </a:extLst>
          </p:cNvPr>
          <p:cNvSpPr txBox="1"/>
          <p:nvPr/>
        </p:nvSpPr>
        <p:spPr>
          <a:xfrm>
            <a:off x="1026000" y="3566160"/>
            <a:ext cx="11664000" cy="5734583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tx1"/>
                </a:solidFill>
                <a:highlight>
                  <a:schemeClr val="dk2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Subtítulo</a:t>
            </a:r>
            <a:endParaRPr lang="en-US" sz="36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b="0" i="0" spc="2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l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 ExtraBold" panose="02010303040201060303" pitchFamily="2" charset="0"/>
              </a:rPr>
              <a:t>destaque de trecho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 et ipsum finibus, eget fermentum sapien rutrum. Maecenas metus massa, pulvinar in malesuada eu, aliquet nec elit. </a:t>
            </a:r>
            <a:endParaRPr lang="pt-BR" sz="4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B72FE2A9-1EA3-5EB6-889B-68A33A7CC3D3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91773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6532B1E0-44DA-964B-F8A1-5E8FF9F0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78C55A7A-2833-7C95-2652-56C0B339C0E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D7FC89-E038-1104-EC2B-98FEB965F8DE}"/>
              </a:ext>
            </a:extLst>
          </p:cNvPr>
          <p:cNvSpPr txBox="1"/>
          <p:nvPr/>
        </p:nvSpPr>
        <p:spPr>
          <a:xfrm>
            <a:off x="1026000" y="3566160"/>
            <a:ext cx="11664000" cy="5734583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b="0" i="0" u="none" strike="noStrike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ExtraBold"/>
              </a:rPr>
              <a:t>SUBTÍTULO</a:t>
            </a:r>
            <a:endParaRPr lang="en-US" sz="36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b="0" i="0" spc="2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l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 ExtraBold" panose="02010303040201060303" pitchFamily="2" charset="0"/>
              </a:rPr>
              <a:t>destaque de trecho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 et ipsum finibus, eget fermentum sapien rutrum. Maecenas metus massa, pulvinar in malesuada eu, aliquet nec elit. </a:t>
            </a:r>
            <a:endParaRPr lang="pt-BR" sz="4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8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830738B0-B645-8F9E-89D4-4AFDB1E1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325A621A-4ACA-DF7C-1B09-1CE029746C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398588"/>
            <a:ext cx="13716000" cy="87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0D6DCD-DACF-646A-2D86-643DD65AFC24}"/>
              </a:ext>
            </a:extLst>
          </p:cNvPr>
          <p:cNvSpPr txBox="1"/>
          <p:nvPr/>
        </p:nvSpPr>
        <p:spPr>
          <a:xfrm>
            <a:off x="1026001" y="8393152"/>
            <a:ext cx="11664000" cy="5731569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7200"/>
              </a:lnSpc>
            </a:pPr>
            <a:endParaRPr lang="pt-BR" sz="5400" b="0" i="0" spc="1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</a:t>
            </a:r>
            <a:r>
              <a:rPr lang="pt-BR" sz="5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adipiscing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b="0" i="0" spc="1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2" name="Google Shape;23;g337081b69cc_0_7">
            <a:extLst>
              <a:ext uri="{FF2B5EF4-FFF2-40B4-BE49-F238E27FC236}">
                <a16:creationId xmlns:a16="http://schemas.microsoft.com/office/drawing/2014/main" id="{37D87663-D3AE-1ACD-66DD-D608A859C392}"/>
              </a:ext>
            </a:extLst>
          </p:cNvPr>
          <p:cNvSpPr txBox="1"/>
          <p:nvPr/>
        </p:nvSpPr>
        <p:spPr>
          <a:xfrm>
            <a:off x="876503" y="5480574"/>
            <a:ext cx="12754885" cy="205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345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BAE88E34-69FD-A715-5E97-6B76E7C3E3D0}"/>
              </a:ext>
            </a:extLst>
          </p:cNvPr>
          <p:cNvSpPr txBox="1"/>
          <p:nvPr/>
        </p:nvSpPr>
        <p:spPr>
          <a:xfrm>
            <a:off x="1026000" y="7532418"/>
            <a:ext cx="1166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legenda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referente</a:t>
            </a:r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ao</a:t>
            </a:r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 numeral</a:t>
            </a:r>
            <a:endParaRPr lang="pt-BR" sz="3000" cap="all" spc="240" dirty="0">
              <a:solidFill>
                <a:schemeClr val="dk1"/>
              </a:solidFill>
              <a:latin typeface="Red Hat Display ExtraBold" panose="02010303040201060303" pitchFamily="2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023BB779-E011-C3A0-DE7E-CC78A6C28B0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dado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numérico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" name="Google Shape;7;p4">
            <a:extLst>
              <a:ext uri="{FF2B5EF4-FFF2-40B4-BE49-F238E27FC236}">
                <a16:creationId xmlns:a16="http://schemas.microsoft.com/office/drawing/2014/main" id="{6A718857-3D72-9191-6722-82974C6DB12C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000" y="15341617"/>
            <a:ext cx="936625" cy="93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9841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7A0E420-00B1-F05A-4615-48859048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C2F8240D-480C-383F-4D3A-03906F5D08C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2B60C55-EC50-4017-D112-25D88B8B9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13089"/>
              </p:ext>
            </p:extLst>
          </p:nvPr>
        </p:nvGraphicFramePr>
        <p:xfrm>
          <a:off x="1026475" y="6225490"/>
          <a:ext cx="11663525" cy="86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929">
                  <a:extLst>
                    <a:ext uri="{9D8B030D-6E8A-4147-A177-3AD203B41FA5}">
                      <a16:colId xmlns:a16="http://schemas.microsoft.com/office/drawing/2014/main" val="3801684587"/>
                    </a:ext>
                  </a:extLst>
                </a:gridCol>
                <a:gridCol w="10797596">
                  <a:extLst>
                    <a:ext uri="{9D8B030D-6E8A-4147-A177-3AD203B41FA5}">
                      <a16:colId xmlns:a16="http://schemas.microsoft.com/office/drawing/2014/main" val="1428035371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6056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263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1178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11739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34085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68613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DBD1649B-5FC8-37A2-B343-259E652C9311}"/>
              </a:ext>
            </a:extLst>
          </p:cNvPr>
          <p:cNvSpPr txBox="1"/>
          <p:nvPr/>
        </p:nvSpPr>
        <p:spPr>
          <a:xfrm>
            <a:off x="1026000" y="3494742"/>
            <a:ext cx="11664000" cy="2730748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</a:t>
            </a: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06754561-1215-FD40-FC66-D0E906FB5BD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06131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2C3B9FA4-7822-6F84-F9E1-4E25766E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27974768-2FDD-D602-51D5-3B87461D8DCF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A4625A-DC2A-227A-3CC8-8E4CEDE9083B}"/>
              </a:ext>
            </a:extLst>
          </p:cNvPr>
          <p:cNvSpPr txBox="1"/>
          <p:nvPr/>
        </p:nvSpPr>
        <p:spPr>
          <a:xfrm>
            <a:off x="1026000" y="3494742"/>
            <a:ext cx="11664000" cy="2730748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</a:t>
            </a: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BF4839B4-850C-5347-C8D5-4A2346B38B23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8CAF118-909D-2811-F821-EEF5D0B13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2520"/>
              </p:ext>
            </p:extLst>
          </p:nvPr>
        </p:nvGraphicFramePr>
        <p:xfrm>
          <a:off x="1026475" y="6225490"/>
          <a:ext cx="11663525" cy="86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929">
                  <a:extLst>
                    <a:ext uri="{9D8B030D-6E8A-4147-A177-3AD203B41FA5}">
                      <a16:colId xmlns:a16="http://schemas.microsoft.com/office/drawing/2014/main" val="3801684587"/>
                    </a:ext>
                  </a:extLst>
                </a:gridCol>
                <a:gridCol w="10797596">
                  <a:extLst>
                    <a:ext uri="{9D8B030D-6E8A-4147-A177-3AD203B41FA5}">
                      <a16:colId xmlns:a16="http://schemas.microsoft.com/office/drawing/2014/main" val="1428035371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6056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263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1178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11739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34085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68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78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C5AB-20E7-1D14-D7DE-C530DDF7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;g337081b69cc_0_7">
            <a:extLst>
              <a:ext uri="{FF2B5EF4-FFF2-40B4-BE49-F238E27FC236}">
                <a16:creationId xmlns:a16="http://schemas.microsoft.com/office/drawing/2014/main" id="{A8E92548-2261-142E-5871-21B470B0C711}"/>
              </a:ext>
            </a:extLst>
          </p:cNvPr>
          <p:cNvSpPr txBox="1"/>
          <p:nvPr/>
        </p:nvSpPr>
        <p:spPr>
          <a:xfrm>
            <a:off x="1026000" y="3538855"/>
            <a:ext cx="11664000" cy="1042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tx1"/>
                </a:solidFill>
                <a:highlight>
                  <a:schemeClr val="dk2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Crédito</a:t>
            </a: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pt-BR" sz="3000" spc="200" baseline="0" dirty="0">
              <a:solidFill>
                <a:schemeClr val="accent4"/>
              </a:solidFill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tx1"/>
                </a:solidFill>
                <a:highlight>
                  <a:schemeClr val="dk2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Crédito</a:t>
            </a:r>
            <a:endParaRPr lang="en-US" sz="3600" cap="all" spc="240" dirty="0">
              <a:solidFill>
                <a:schemeClr val="tx1"/>
              </a:solidFill>
              <a:highlight>
                <a:schemeClr val="dk2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A2291FE6-C41D-D67C-3ED9-B7DAC4980731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333508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7A4ED-D8CE-7EAF-B354-5716E4B5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96AE36E8-110A-B0FC-1026-1CB75A0668E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D8A33B67-37C1-0463-84BA-0360628B94F9}"/>
              </a:ext>
            </a:extLst>
          </p:cNvPr>
          <p:cNvSpPr txBox="1"/>
          <p:nvPr/>
        </p:nvSpPr>
        <p:spPr>
          <a:xfrm>
            <a:off x="1026000" y="3538855"/>
            <a:ext cx="11664000" cy="1042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Medium"/>
              </a:rPr>
              <a:t>Crédito</a:t>
            </a: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pt-BR" sz="3000" spc="200" baseline="0" dirty="0">
              <a:solidFill>
                <a:schemeClr val="accent4"/>
              </a:solidFill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Medium"/>
              </a:rPr>
              <a:t>Crédito</a:t>
            </a: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57537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69D1211-5426-0C86-8690-A0AD34E7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A9276F73-6F12-055B-2BD7-B5313BE0BC5D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8CC62C1-0693-EC90-68FD-5D1C1F4E4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892457"/>
              </p:ext>
            </p:extLst>
          </p:nvPr>
        </p:nvGraphicFramePr>
        <p:xfrm>
          <a:off x="1025525" y="3537954"/>
          <a:ext cx="11664950" cy="614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950">
                  <a:extLst>
                    <a:ext uri="{9D8B030D-6E8A-4147-A177-3AD203B41FA5}">
                      <a16:colId xmlns:a16="http://schemas.microsoft.com/office/drawing/2014/main" val="1017407972"/>
                    </a:ext>
                  </a:extLst>
                </a:gridCol>
              </a:tblGrid>
              <a:tr h="625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5400" spc="100" baseline="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Pergunta l</a:t>
                      </a:r>
                      <a:r>
                        <a:rPr lang="pt-BR" sz="5400" b="0" i="0" spc="100" baseline="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elit?</a:t>
                      </a: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180000" marT="0" marB="360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73346"/>
                  </a:ext>
                </a:extLst>
              </a:tr>
              <a:tr h="2408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Resposta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dk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grifo</a:t>
                      </a:r>
                      <a:r>
                        <a:rPr lang="en-US" sz="3600" cap="none" spc="100" dirty="0">
                          <a:solidFill>
                            <a:schemeClr val="tx1"/>
                          </a:solidFill>
                          <a:highlight>
                            <a:schemeClr val="dk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dk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azul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pulvinar in malesuada eu, aliquet nec elit. </a:t>
                      </a:r>
                      <a:endParaRPr lang="pt-BR" sz="3600" cap="none" spc="1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360000" marT="576000" marB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61382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E25A37DE-0B33-3174-CAB3-22EACBBD1DF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21962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D8F78C35-BFE0-DD52-2CD4-871C5A87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819182D3-D9D6-466B-2581-D694EF15662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C562DB25-2B29-E936-2CA9-99FA27FDF04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C0DA84C-65D6-FEBA-3F2F-1C6260093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40016"/>
              </p:ext>
            </p:extLst>
          </p:nvPr>
        </p:nvGraphicFramePr>
        <p:xfrm>
          <a:off x="1025525" y="3537954"/>
          <a:ext cx="11664950" cy="614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950">
                  <a:extLst>
                    <a:ext uri="{9D8B030D-6E8A-4147-A177-3AD203B41FA5}">
                      <a16:colId xmlns:a16="http://schemas.microsoft.com/office/drawing/2014/main" val="1017407972"/>
                    </a:ext>
                  </a:extLst>
                </a:gridCol>
              </a:tblGrid>
              <a:tr h="625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5400" spc="100" baseline="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Pergunta l</a:t>
                      </a:r>
                      <a:r>
                        <a:rPr lang="pt-BR" sz="5400" b="0" i="0" spc="100" baseline="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elit?</a:t>
                      </a: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180000" marT="0" marB="360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73346"/>
                  </a:ext>
                </a:extLst>
              </a:tr>
              <a:tr h="2408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Resposta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branco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pulvinar in malesuada eu, aliquet nec elit. </a:t>
                      </a:r>
                      <a:endParaRPr lang="pt-BR" sz="3600" cap="none" spc="1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360000" marT="576000" marB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61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396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5BAB30D0-CA24-B961-F755-3C9737D4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EE334D2-9E98-CFDB-1908-06E8F0904C5C}"/>
              </a:ext>
            </a:extLst>
          </p:cNvPr>
          <p:cNvSpPr txBox="1"/>
          <p:nvPr/>
        </p:nvSpPr>
        <p:spPr>
          <a:xfrm>
            <a:off x="1026000" y="3471434"/>
            <a:ext cx="11664000" cy="5731569"/>
          </a:xfrm>
          <a:prstGeom prst="rect">
            <a:avLst/>
          </a:prstGeom>
          <a:noFill/>
        </p:spPr>
        <p:txBody>
          <a:bodyPr wrap="square" lIns="0" tIns="0" rIns="612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</a:t>
            </a:r>
            <a:r>
              <a:rPr lang="pt-BR" sz="5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adipiscing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. Maecenas elit et ipsum finibus, eget fermentum sapien rutrum”.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DECDA19-D185-562B-B029-1AD49E399A3B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5066F051-59B8-7317-75F9-E9AA9A98A485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46325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E745B90C-BF73-B823-2B72-EB08E1B3A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CA1BF4-1CC5-2617-E563-2496F9949513}"/>
              </a:ext>
            </a:extLst>
          </p:cNvPr>
          <p:cNvSpPr txBox="1"/>
          <p:nvPr/>
        </p:nvSpPr>
        <p:spPr>
          <a:xfrm>
            <a:off x="1025525" y="5659927"/>
            <a:ext cx="11664000" cy="6206563"/>
          </a:xfrm>
          <a:prstGeom prst="rect">
            <a:avLst/>
          </a:prstGeom>
          <a:noFill/>
        </p:spPr>
        <p:txBody>
          <a:bodyPr wrap="square" lIns="0" tIns="1080000" rIns="540000" bIns="0" rtlCol="0">
            <a:spAutoFit/>
          </a:bodyPr>
          <a:lstStyle/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adipiscing elit.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Maecenas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elit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et ipsum finibus, eget fermentum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sapien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rutrum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dolor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C986DA8-6BF3-7B83-53FE-67B6DEFABA17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533B0059-93E2-A8A4-27FF-182282D86BE1}"/>
              </a:ext>
            </a:extLst>
          </p:cNvPr>
          <p:cNvSpPr txBox="1"/>
          <p:nvPr/>
        </p:nvSpPr>
        <p:spPr>
          <a:xfrm>
            <a:off x="1026000" y="3657600"/>
            <a:ext cx="4606028" cy="912966"/>
          </a:xfrm>
          <a:prstGeom prst="roundRect">
            <a:avLst/>
          </a:prstGeom>
          <a:solidFill>
            <a:schemeClr val="bg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palavra-chave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C599E702-C08F-863F-BC16-F8DF97E6020C}"/>
              </a:ext>
            </a:extLst>
          </p:cNvPr>
          <p:cNvSpPr txBox="1"/>
          <p:nvPr/>
        </p:nvSpPr>
        <p:spPr>
          <a:xfrm>
            <a:off x="5874074" y="3657600"/>
            <a:ext cx="5536345" cy="912966"/>
          </a:xfrm>
          <a:prstGeom prst="roundRect">
            <a:avLst/>
          </a:prstGeom>
          <a:solidFill>
            <a:schemeClr val="bg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Lorem 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3EF6D655-FA97-C494-FC1F-D9AC13F026E9}"/>
              </a:ext>
            </a:extLst>
          </p:cNvPr>
          <p:cNvSpPr txBox="1"/>
          <p:nvPr/>
        </p:nvSpPr>
        <p:spPr>
          <a:xfrm>
            <a:off x="6677798" y="4746961"/>
            <a:ext cx="3928896" cy="912966"/>
          </a:xfrm>
          <a:prstGeom prst="roundRect">
            <a:avLst/>
          </a:prstGeom>
          <a:solidFill>
            <a:schemeClr val="bg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17972386-83DB-CCCE-C475-092DF912B25E}"/>
              </a:ext>
            </a:extLst>
          </p:cNvPr>
          <p:cNvSpPr txBox="1"/>
          <p:nvPr/>
        </p:nvSpPr>
        <p:spPr>
          <a:xfrm>
            <a:off x="1026000" y="4746961"/>
            <a:ext cx="5430819" cy="912966"/>
          </a:xfrm>
          <a:prstGeom prst="roundRect">
            <a:avLst/>
          </a:prstGeom>
          <a:solidFill>
            <a:schemeClr val="bg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amet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consectetur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F2BD3F67-45AB-B84B-05B8-84E64ACCCE40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91365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0D53C83-4C57-9E7C-C529-EC6AB4635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6A06570-00EF-792A-EA87-F79E8A89D1C6}"/>
              </a:ext>
            </a:extLst>
          </p:cNvPr>
          <p:cNvSpPr txBox="1"/>
          <p:nvPr/>
        </p:nvSpPr>
        <p:spPr>
          <a:xfrm>
            <a:off x="1025525" y="5659927"/>
            <a:ext cx="11664000" cy="6206563"/>
          </a:xfrm>
          <a:prstGeom prst="rect">
            <a:avLst/>
          </a:prstGeom>
          <a:noFill/>
        </p:spPr>
        <p:txBody>
          <a:bodyPr wrap="square" lIns="0" tIns="1080000" rIns="540000" bIns="0" rtlCol="0">
            <a:spAutoFit/>
          </a:bodyPr>
          <a:lstStyle/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adipiscing elit.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Maecenas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elit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et ipsum finibus, eget fermentum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sapien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rutrum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dolor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54AB5FF7-C32C-4EE1-1D51-B4F728A2D616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6FCC6E69-0A44-97E4-7B77-7ADF077092D6}"/>
              </a:ext>
            </a:extLst>
          </p:cNvPr>
          <p:cNvSpPr txBox="1"/>
          <p:nvPr/>
        </p:nvSpPr>
        <p:spPr>
          <a:xfrm>
            <a:off x="1026000" y="3657600"/>
            <a:ext cx="4606028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palavra-chave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A42886F0-E802-BEBB-4F7C-7E825418EB6D}"/>
              </a:ext>
            </a:extLst>
          </p:cNvPr>
          <p:cNvSpPr txBox="1"/>
          <p:nvPr/>
        </p:nvSpPr>
        <p:spPr>
          <a:xfrm>
            <a:off x="5874074" y="3657600"/>
            <a:ext cx="553634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Lorem 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8EECA43F-1737-C2DF-53A7-841CC254979C}"/>
              </a:ext>
            </a:extLst>
          </p:cNvPr>
          <p:cNvSpPr txBox="1"/>
          <p:nvPr/>
        </p:nvSpPr>
        <p:spPr>
          <a:xfrm>
            <a:off x="6677798" y="4746961"/>
            <a:ext cx="3928896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9A60A126-D412-274F-E2DB-EE74A8FB301C}"/>
              </a:ext>
            </a:extLst>
          </p:cNvPr>
          <p:cNvSpPr txBox="1"/>
          <p:nvPr/>
        </p:nvSpPr>
        <p:spPr>
          <a:xfrm>
            <a:off x="1026000" y="4746961"/>
            <a:ext cx="5430819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amet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consectetur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1E063FD7-8649-6021-CD19-4B149E25F3D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65291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B0430F1-12FC-C927-66C8-683284C29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FD5EB3E1-8660-D8BF-2AA4-77FDCC69590C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D3A78CF-315D-C4F2-4B62-9C23B1E9E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023579"/>
              </p:ext>
            </p:extLst>
          </p:nvPr>
        </p:nvGraphicFramePr>
        <p:xfrm>
          <a:off x="1026000" y="3495873"/>
          <a:ext cx="11664000" cy="7820716"/>
        </p:xfrm>
        <a:graphic>
          <a:graphicData uri="http://schemas.openxmlformats.org/drawingml/2006/table">
            <a:tbl>
              <a:tblPr/>
              <a:tblGrid>
                <a:gridCol w="11664000">
                  <a:extLst>
                    <a:ext uri="{9D8B030D-6E8A-4147-A177-3AD203B41FA5}">
                      <a16:colId xmlns:a16="http://schemas.microsoft.com/office/drawing/2014/main" val="2701386553"/>
                    </a:ext>
                  </a:extLst>
                </a:gridCol>
              </a:tblGrid>
              <a:tr h="4423893">
                <a:tc>
                  <a:txBody>
                    <a:bodyPr/>
                    <a:lstStyle/>
                    <a:p>
                      <a:pPr>
                        <a:lnSpc>
                          <a:spcPts val="5400"/>
                        </a:lnSpc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Citação longa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dk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grifo</a:t>
                      </a:r>
                      <a:r>
                        <a:rPr lang="en-US" sz="3600" cap="none" spc="100" dirty="0">
                          <a:solidFill>
                            <a:schemeClr val="tx1"/>
                          </a:solidFill>
                          <a:highlight>
                            <a:schemeClr val="dk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dk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azul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in malesuada eu, aliquet nec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Parecer </a:t>
                      </a:r>
                      <a:r>
                        <a:rPr lang="pt-BR" sz="3600" spc="100" dirty="0" err="1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l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dolor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amet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consectetur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adipiscing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endParaRPr lang="pt-BR" sz="3600" dirty="0"/>
                    </a:p>
                  </a:txBody>
                  <a:tcPr marL="576000" marR="360000" marT="0" marB="360000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59732"/>
                  </a:ext>
                </a:extLst>
              </a:tr>
              <a:tr h="2023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cap="all" spc="2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3000" cap="all" spc="2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  <a:ea typeface="Red Hat Display"/>
                        <a:cs typeface="Red Hat Display"/>
                        <a:sym typeface="Red Hat Display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3600" dirty="0"/>
                    </a:p>
                  </a:txBody>
                  <a:tcPr marL="0" marR="360000" marT="540000" marB="180000">
                    <a:lnL w="76200" cmpd="sng">
                      <a:noFill/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278308"/>
                  </a:ext>
                </a:extLst>
              </a:tr>
            </a:tbl>
          </a:graphicData>
        </a:graphic>
      </p:graphicFrame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FD50E1C8-73F1-6296-E40A-CB2C0139F6A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75881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9FDD7A7-4A63-9EAE-EBB1-188A8B0A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D72B93A1-60CA-FA76-65AB-E598186EEE0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049A8DDE-BBA8-9A97-BCB3-2651065EB98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E31E39F-074C-E369-8890-36E07DF4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979985"/>
              </p:ext>
            </p:extLst>
          </p:nvPr>
        </p:nvGraphicFramePr>
        <p:xfrm>
          <a:off x="1026000" y="3495873"/>
          <a:ext cx="11664000" cy="7820716"/>
        </p:xfrm>
        <a:graphic>
          <a:graphicData uri="http://schemas.openxmlformats.org/drawingml/2006/table">
            <a:tbl>
              <a:tblPr/>
              <a:tblGrid>
                <a:gridCol w="11664000">
                  <a:extLst>
                    <a:ext uri="{9D8B030D-6E8A-4147-A177-3AD203B41FA5}">
                      <a16:colId xmlns:a16="http://schemas.microsoft.com/office/drawing/2014/main" val="2701386553"/>
                    </a:ext>
                  </a:extLst>
                </a:gridCol>
              </a:tblGrid>
              <a:tr h="4423893">
                <a:tc>
                  <a:txBody>
                    <a:bodyPr/>
                    <a:lstStyle/>
                    <a:p>
                      <a:pPr>
                        <a:lnSpc>
                          <a:spcPts val="5400"/>
                        </a:lnSpc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Citação longa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branco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in malesuada eu, aliquet nec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Parecer </a:t>
                      </a:r>
                      <a:r>
                        <a:rPr lang="pt-BR" sz="3600" spc="100" dirty="0" err="1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l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dolor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amet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consectetur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adipiscing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endParaRPr lang="pt-BR" sz="3600" dirty="0"/>
                    </a:p>
                  </a:txBody>
                  <a:tcPr marL="576000" marR="360000" marT="0" marB="360000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59732"/>
                  </a:ext>
                </a:extLst>
              </a:tr>
              <a:tr h="2023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cap="all" spc="2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3000" cap="all" spc="2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  <a:ea typeface="Red Hat Display"/>
                        <a:cs typeface="Red Hat Display"/>
                        <a:sym typeface="Red Hat Display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3600" dirty="0"/>
                    </a:p>
                  </a:txBody>
                  <a:tcPr marL="0" marR="360000" marT="540000" marB="180000">
                    <a:lnL w="76200" cmpd="sng">
                      <a:noFill/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278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438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10F47F79-CE81-A584-BC41-0AE3A2B5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com Canto Arredondado do Mesmo Lado 7">
            <a:extLst>
              <a:ext uri="{FF2B5EF4-FFF2-40B4-BE49-F238E27FC236}">
                <a16:creationId xmlns:a16="http://schemas.microsoft.com/office/drawing/2014/main" id="{D4F0C656-9DB7-3E61-4ED3-EC5124FF1C60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B6D494-F879-9591-9542-97D48D23E8C4}"/>
              </a:ext>
            </a:extLst>
          </p:cNvPr>
          <p:cNvSpPr txBox="1"/>
          <p:nvPr/>
        </p:nvSpPr>
        <p:spPr>
          <a:xfrm>
            <a:off x="1025999" y="485067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6A84CF5-EB65-958F-83F8-8F48033E9617}"/>
              </a:ext>
            </a:extLst>
          </p:cNvPr>
          <p:cNvSpPr txBox="1"/>
          <p:nvPr/>
        </p:nvSpPr>
        <p:spPr>
          <a:xfrm>
            <a:off x="1025999" y="3520455"/>
            <a:ext cx="11664000" cy="1479847"/>
          </a:xfrm>
          <a:prstGeom prst="rect">
            <a:avLst/>
          </a:prstGeom>
          <a:noFill/>
        </p:spPr>
        <p:txBody>
          <a:bodyPr wrap="square" lIns="720000" tIns="0" rIns="720000" bIns="36000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cap="all" spc="2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trecho de parecer</a:t>
            </a:r>
            <a:r>
              <a:rPr lang="en-US" sz="3000" cap="all" spc="200" baseline="300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1</a:t>
            </a:r>
          </a:p>
          <a:p>
            <a:pPr>
              <a:lnSpc>
                <a:spcPts val="4500"/>
              </a:lnSpc>
            </a:pPr>
            <a:r>
              <a:rPr lang="pt-BR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autoria do parecer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30E59FD3-DAB9-1839-7FF3-1B7E6720CA0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80799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E62F7D1C-7E16-395E-363E-7393B7A8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com Canto Arredondado do Mesmo Lado 5">
            <a:extLst>
              <a:ext uri="{FF2B5EF4-FFF2-40B4-BE49-F238E27FC236}">
                <a16:creationId xmlns:a16="http://schemas.microsoft.com/office/drawing/2014/main" id="{0D21690A-E07A-38A4-953D-F5DC1D36E27A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4DF081-9D07-2317-23AA-C409C030957C}"/>
              </a:ext>
            </a:extLst>
          </p:cNvPr>
          <p:cNvSpPr txBox="1"/>
          <p:nvPr/>
        </p:nvSpPr>
        <p:spPr>
          <a:xfrm>
            <a:off x="1030038" y="485067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BAC01CC-2ED7-C22A-FD34-C19D2E067BEF}"/>
              </a:ext>
            </a:extLst>
          </p:cNvPr>
          <p:cNvSpPr txBox="1"/>
          <p:nvPr/>
        </p:nvSpPr>
        <p:spPr>
          <a:xfrm>
            <a:off x="1030038" y="3520455"/>
            <a:ext cx="11664000" cy="1479847"/>
          </a:xfrm>
          <a:prstGeom prst="rect">
            <a:avLst/>
          </a:prstGeom>
          <a:noFill/>
        </p:spPr>
        <p:txBody>
          <a:bodyPr wrap="square" lIns="720000" tIns="0" rIns="720000" bIns="36000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cap="all" spc="2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trecho de resposta</a:t>
            </a:r>
            <a:r>
              <a:rPr lang="en-US" sz="3000" cap="all" spc="200" baseline="300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1</a:t>
            </a:r>
          </a:p>
          <a:p>
            <a:pPr>
              <a:lnSpc>
                <a:spcPts val="4500"/>
              </a:lnSpc>
            </a:pPr>
            <a:r>
              <a:rPr lang="pt-BR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autoria da resposta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70EA9674-54F9-0A99-EE18-BEAE0CE27CF6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51026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D9EBD12B-D73D-1EF9-37B9-8885380B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com Canto Arredondado do Mesmo Lado 2">
            <a:extLst>
              <a:ext uri="{FF2B5EF4-FFF2-40B4-BE49-F238E27FC236}">
                <a16:creationId xmlns:a16="http://schemas.microsoft.com/office/drawing/2014/main" id="{C8EDE47F-EF79-E7C9-97AF-4328C2DA7C51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F11538-97E5-FCAA-B8E9-331EA987EA30}"/>
              </a:ext>
            </a:extLst>
          </p:cNvPr>
          <p:cNvSpPr txBox="1"/>
          <p:nvPr/>
        </p:nvSpPr>
        <p:spPr>
          <a:xfrm>
            <a:off x="954088" y="482019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b="1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1</a:t>
            </a: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Trechos extraídos das rodadas de avaliação do ensaio teórico </a:t>
            </a:r>
            <a:r>
              <a:rPr lang="pt-BR" sz="3600" i="1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Lo</a:t>
            </a:r>
            <a:r>
              <a:rPr lang="pt-BR" sz="3600" b="0" i="1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rem ipsum dolor sit amet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, consectetur adipiscing elit.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000" spc="100" dirty="0">
                <a:solidFill>
                  <a:schemeClr val="accent4"/>
                </a:solidFill>
                <a:latin typeface="Red Hat Display" panose="02010303040201060303" pitchFamily="2" charset="0"/>
              </a:rPr>
              <a:t>Enviado: DD/MM/AAAA</a:t>
            </a:r>
          </a:p>
          <a:p>
            <a:pPr>
              <a:lnSpc>
                <a:spcPts val="5400"/>
              </a:lnSpc>
            </a:pPr>
            <a:r>
              <a:rPr lang="pt-BR" sz="3000" spc="100" dirty="0">
                <a:solidFill>
                  <a:schemeClr val="accent4"/>
                </a:solidFill>
                <a:latin typeface="Red Hat Display" panose="02010303040201060303" pitchFamily="2" charset="0"/>
              </a:rPr>
              <a:t>Publicado em: DD/MM/AAAA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9536B993-B960-A1AC-61DA-5E7FE5DC93E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547215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70DB2E6F-0068-E20B-6C41-FD6462E6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BFD2FBCF-972E-3967-7326-B4517ECB78A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23;g337081b69cc_0_7">
            <a:extLst>
              <a:ext uri="{FF2B5EF4-FFF2-40B4-BE49-F238E27FC236}">
                <a16:creationId xmlns:a16="http://schemas.microsoft.com/office/drawing/2014/main" id="{C3D0D65D-20F8-7435-3F1E-8D2E7D699F34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com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4622A60-8AF8-56C3-E870-72AF7D3DE8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56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92E638A9-CF09-D143-70B7-41BBA564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9DAF0747-7AC8-4C5F-C0A1-CBF9BE164855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23;g337081b69cc_0_7">
            <a:extLst>
              <a:ext uri="{FF2B5EF4-FFF2-40B4-BE49-F238E27FC236}">
                <a16:creationId xmlns:a16="http://schemas.microsoft.com/office/drawing/2014/main" id="{09738347-B697-B364-D50F-3C266C6C5DD2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com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38967BB6-72BC-C865-E9F6-6A2B95380B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321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6222CD80-6785-241B-3991-6BC961DC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A777940D-E67D-0093-03B6-FA9FDABF5761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sem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EE5041-3731-7720-7C82-F2E48E22D8B2}"/>
              </a:ext>
            </a:extLst>
          </p:cNvPr>
          <p:cNvSpPr>
            <a:spLocks noChangeAspect="1"/>
          </p:cNvSpPr>
          <p:nvPr/>
        </p:nvSpPr>
        <p:spPr>
          <a:xfrm>
            <a:off x="990109" y="3053324"/>
            <a:ext cx="2015999" cy="201599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B9BEEF02-E9A0-096D-EC62-CB5847C24241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99350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42A8EEE8-7355-6DAB-1004-25EF4216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1844727E-FFA8-6D3A-95B5-5BFBDC8FFF03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sem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2F5CA6-B779-37FD-633E-7F670AD38983}"/>
              </a:ext>
            </a:extLst>
          </p:cNvPr>
          <p:cNvSpPr>
            <a:spLocks noChangeAspect="1"/>
          </p:cNvSpPr>
          <p:nvPr/>
        </p:nvSpPr>
        <p:spPr>
          <a:xfrm>
            <a:off x="990109" y="3053324"/>
            <a:ext cx="2015999" cy="20159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61E17729-72A2-5473-4EB9-858061001AA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8779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4;g337081b69cc_0_7">
            <a:extLst>
              <a:ext uri="{FF2B5EF4-FFF2-40B4-BE49-F238E27FC236}">
                <a16:creationId xmlns:a16="http://schemas.microsoft.com/office/drawing/2014/main" id="{3E084497-28A9-C412-06AA-7F365F09C744}"/>
              </a:ext>
            </a:extLst>
          </p:cNvPr>
          <p:cNvSpPr txBox="1">
            <a:spLocks/>
          </p:cNvSpPr>
          <p:nvPr/>
        </p:nvSpPr>
        <p:spPr>
          <a:xfrm>
            <a:off x="1045528" y="15910145"/>
            <a:ext cx="11664000" cy="47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bg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cadernos.abralin.org</a:t>
            </a:r>
            <a:endParaRPr lang="pt-BR" sz="3000" cap="all" spc="240" dirty="0">
              <a:solidFill>
                <a:schemeClr val="bg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18967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E9232F0A-ECC8-30E1-BC7C-16679AE1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;g337081b69cc_0_7">
            <a:extLst>
              <a:ext uri="{FF2B5EF4-FFF2-40B4-BE49-F238E27FC236}">
                <a16:creationId xmlns:a16="http://schemas.microsoft.com/office/drawing/2014/main" id="{6B9D67E7-4D82-91FF-A5A1-1CBB7CB72287}"/>
              </a:ext>
            </a:extLst>
          </p:cNvPr>
          <p:cNvSpPr txBox="1"/>
          <p:nvPr/>
        </p:nvSpPr>
        <p:spPr>
          <a:xfrm>
            <a:off x="893086" y="3436491"/>
            <a:ext cx="11664000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Novo</a:t>
            </a:r>
          </a:p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número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E8FA64-6F7F-DFF0-84FD-127603CFDE4A}"/>
              </a:ext>
            </a:extLst>
          </p:cNvPr>
          <p:cNvSpPr txBox="1"/>
          <p:nvPr/>
        </p:nvSpPr>
        <p:spPr>
          <a:xfrm>
            <a:off x="954046" y="8360916"/>
            <a:ext cx="11664000" cy="1330225"/>
          </a:xfrm>
          <a:prstGeom prst="rect">
            <a:avLst/>
          </a:prstGeom>
          <a:noFill/>
        </p:spPr>
        <p:txBody>
          <a:bodyPr wrap="square" tIns="270000" bIns="7200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V.0 n.0 já disponível</a:t>
            </a:r>
            <a:endParaRPr lang="pt-BR" sz="6400" cap="all" spc="400" dirty="0">
              <a:solidFill>
                <a:schemeClr val="dk1"/>
              </a:solidFill>
              <a:latin typeface="Red Hat Display Light" panose="02010303040201060303" pitchFamily="2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E94E4574-C09A-7022-B123-16B22D903F9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170342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8ABA8B6-4508-7BE7-37E3-13A98117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076CEBE-F12C-5EF2-25C5-765B501D1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88998"/>
              </p:ext>
            </p:extLst>
          </p:nvPr>
        </p:nvGraphicFramePr>
        <p:xfrm>
          <a:off x="1026475" y="3594897"/>
          <a:ext cx="11664000" cy="11000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000">
                  <a:extLst>
                    <a:ext uri="{9D8B030D-6E8A-4147-A177-3AD203B41FA5}">
                      <a16:colId xmlns:a16="http://schemas.microsoft.com/office/drawing/2014/main" val="1401542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revisão</a:t>
                      </a:r>
                      <a:r>
                        <a:rPr lang="en-US" sz="3600" cap="all" spc="240" baseline="0" dirty="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da </a:t>
                      </a: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literatura</a:t>
                      </a:r>
                      <a:endParaRPr lang="en-US" sz="3600" cap="all" spc="240" baseline="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3000" cap="all" spc="24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1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 rutrum.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71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sapien.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1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27990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A26508AF-D25F-D45D-065C-EA2808B1A51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v.0 n.0  | 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48318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DA84C0D-69E4-57DB-630C-DA94EF6E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F624005-7285-9ED8-1133-47FDD745F065}"/>
              </a:ext>
            </a:extLst>
          </p:cNvPr>
          <p:cNvGraphicFramePr>
            <a:graphicFrameLocks noGrp="1"/>
          </p:cNvGraphicFramePr>
          <p:nvPr/>
        </p:nvGraphicFramePr>
        <p:xfrm>
          <a:off x="1026475" y="3594897"/>
          <a:ext cx="11664000" cy="11000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000">
                  <a:extLst>
                    <a:ext uri="{9D8B030D-6E8A-4147-A177-3AD203B41FA5}">
                      <a16:colId xmlns:a16="http://schemas.microsoft.com/office/drawing/2014/main" val="1401542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revisão</a:t>
                      </a:r>
                      <a:r>
                        <a:rPr lang="en-US" sz="3600" cap="all" spc="240" baseline="0" dirty="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da </a:t>
                      </a: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literatura</a:t>
                      </a:r>
                      <a:endParaRPr lang="en-US" sz="3600" cap="all" spc="240" baseline="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3000" cap="all" spc="24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1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 rutrum.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71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sapien.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1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27990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829AE492-829A-29A9-3847-1AE0173B8256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v.0 n.0  | 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65515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;g337081b69cc_0_7">
            <a:extLst>
              <a:ext uri="{FF2B5EF4-FFF2-40B4-BE49-F238E27FC236}">
                <a16:creationId xmlns:a16="http://schemas.microsoft.com/office/drawing/2014/main" id="{64D5147F-3291-E961-6C84-354F93E98E4B}"/>
              </a:ext>
            </a:extLst>
          </p:cNvPr>
          <p:cNvSpPr txBox="1"/>
          <p:nvPr/>
        </p:nvSpPr>
        <p:spPr>
          <a:xfrm>
            <a:off x="1025525" y="12460413"/>
            <a:ext cx="11664950" cy="18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Breve legenda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92AF52-6B2C-9971-5432-57A9A2193F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422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B9C2-9707-140D-F542-4FD4FA91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;g337081b69cc_0_7">
            <a:extLst>
              <a:ext uri="{FF2B5EF4-FFF2-40B4-BE49-F238E27FC236}">
                <a16:creationId xmlns:a16="http://schemas.microsoft.com/office/drawing/2014/main" id="{606547D9-8B29-7284-A757-86CE9A136C3E}"/>
              </a:ext>
            </a:extLst>
          </p:cNvPr>
          <p:cNvSpPr txBox="1"/>
          <p:nvPr/>
        </p:nvSpPr>
        <p:spPr>
          <a:xfrm>
            <a:off x="1025525" y="12460413"/>
            <a:ext cx="11664950" cy="18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Breve legenda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4956E6C6-252C-B1EE-EA47-80584D2F0D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696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41515179-BD67-C562-A45C-BBE9BA4A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ADD84F3-DC93-89A4-F3B8-9447FDC02899}"/>
              </a:ext>
            </a:extLst>
          </p:cNvPr>
          <p:cNvSpPr txBox="1"/>
          <p:nvPr/>
        </p:nvSpPr>
        <p:spPr>
          <a:xfrm>
            <a:off x="1026000" y="7616825"/>
            <a:ext cx="11664000" cy="619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r>
              <a:rPr lang="en-US" sz="3600" cap="all" spc="240" dirty="0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 </a:t>
            </a: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opcional</a:t>
            </a:r>
            <a:endParaRPr lang="en-US" sz="3600" cap="all" spc="240" dirty="0">
              <a:solidFill>
                <a:schemeClr val="tx1"/>
              </a:solidFill>
              <a:highlight>
                <a:schemeClr val="lt2"/>
              </a:highlight>
              <a:latin typeface="Red Hat Display ExtraBold" panose="02010303040201060303" pitchFamily="2" charset="0"/>
              <a:ea typeface="Red Hat Display ExtraBold"/>
              <a:cs typeface="Red Hat Display ExtraBold"/>
              <a:sym typeface="Red Hat Display Medium"/>
            </a:endParaRP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</a:t>
            </a: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lorem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7DB1282C-6369-95C9-AB07-5EB2C25C845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12A694BA-0B20-EF0E-0D5F-A8C6A5F8C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485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18588841-7142-BC75-4FB6-0A330ABB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CE7550FB-D016-E55A-4354-B8D63B2986B2}"/>
              </a:ext>
            </a:extLst>
          </p:cNvPr>
          <p:cNvSpPr txBox="1"/>
          <p:nvPr/>
        </p:nvSpPr>
        <p:spPr>
          <a:xfrm>
            <a:off x="1026000" y="7616825"/>
            <a:ext cx="11664000" cy="619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r>
              <a:rPr lang="en-US" sz="3600" cap="all" spc="240" dirty="0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 </a:t>
            </a: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opcional</a:t>
            </a:r>
            <a:endParaRPr lang="en-US" sz="3600" cap="all" spc="240" dirty="0">
              <a:solidFill>
                <a:schemeClr val="tx1"/>
              </a:solidFill>
              <a:highlight>
                <a:schemeClr val="lt2"/>
              </a:highlight>
              <a:latin typeface="Red Hat Display ExtraBold" panose="02010303040201060303" pitchFamily="2" charset="0"/>
              <a:ea typeface="Red Hat Display ExtraBold"/>
              <a:cs typeface="Red Hat Display ExtraBold"/>
              <a:sym typeface="Red Hat Display Medium"/>
            </a:endParaRP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</a:t>
            </a: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lorem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572BB80D-E2CB-AD2D-D0BC-263F92AAB3C4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C43D695C-33D2-1201-0556-49BBA2F3B0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3465007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CadLin 1">
      <a:dk1>
        <a:srgbClr val="514B40"/>
      </a:dk1>
      <a:lt1>
        <a:srgbClr val="FAF6F3"/>
      </a:lt1>
      <a:dk2>
        <a:srgbClr val="A3FFFF"/>
      </a:dk2>
      <a:lt2>
        <a:srgbClr val="AEFFDA"/>
      </a:lt2>
      <a:accent1>
        <a:srgbClr val="F5CFFF"/>
      </a:accent1>
      <a:accent2>
        <a:srgbClr val="FFF3BC"/>
      </a:accent2>
      <a:accent3>
        <a:srgbClr val="FFD8D9"/>
      </a:accent3>
      <a:accent4>
        <a:srgbClr val="96928B"/>
      </a:accent4>
      <a:accent5>
        <a:srgbClr val="514B40"/>
      </a:accent5>
      <a:accent6>
        <a:srgbClr val="514B40"/>
      </a:accent6>
      <a:hlink>
        <a:srgbClr val="514B40"/>
      </a:hlink>
      <a:folHlink>
        <a:srgbClr val="514B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1597</Words>
  <Application>Microsoft Macintosh PowerPoint</Application>
  <PresentationFormat>Personalizar</PresentationFormat>
  <Paragraphs>199</Paragraphs>
  <Slides>35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1" baseType="lpstr">
      <vt:lpstr>Red Hat Display Medium</vt:lpstr>
      <vt:lpstr>Red Hat Display Light</vt:lpstr>
      <vt:lpstr>Red Hat Display ExtraBold</vt:lpstr>
      <vt:lpstr>Red Hat Display</vt:lpstr>
      <vt:lpstr>Arial</vt:lpstr>
      <vt:lpstr>Base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Valquiria Rabelo</dc:creator>
  <cp:lastModifiedBy>Valquiria Rabelo</cp:lastModifiedBy>
  <cp:revision>52</cp:revision>
  <dcterms:created xsi:type="dcterms:W3CDTF">2025-02-08T04:20:02Z</dcterms:created>
  <dcterms:modified xsi:type="dcterms:W3CDTF">2025-03-19T23:10:48Z</dcterms:modified>
</cp:coreProperties>
</file>